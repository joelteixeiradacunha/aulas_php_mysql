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71"/>
  </p:notesMasterIdLst>
  <p:handoutMasterIdLst>
    <p:handoutMasterId r:id="rId72"/>
  </p:handoutMasterIdLst>
  <p:sldIdLst>
    <p:sldId id="256" r:id="rId5"/>
    <p:sldId id="257" r:id="rId6"/>
    <p:sldId id="262" r:id="rId7"/>
    <p:sldId id="261" r:id="rId8"/>
    <p:sldId id="264" r:id="rId9"/>
    <p:sldId id="265" r:id="rId10"/>
    <p:sldId id="266" r:id="rId11"/>
    <p:sldId id="263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9" r:id="rId32"/>
    <p:sldId id="288" r:id="rId33"/>
    <p:sldId id="287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  <p:sldId id="326" r:id="rId70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60" autoAdjust="0"/>
  </p:normalViewPr>
  <p:slideViewPr>
    <p:cSldViewPr snapToGrid="0">
      <p:cViewPr varScale="1">
        <p:scale>
          <a:sx n="47" d="100"/>
          <a:sy n="47" d="100"/>
        </p:scale>
        <p:origin x="77" y="8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89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modSld">
      <pc:chgData name="Joel Teixeira Cunha" userId="195451ac3a5e8dfd" providerId="LiveId" clId="{9D99295D-09A0-459E-AFDA-61FAD528DEBC}" dt="2026-05-20T00:48:48.601" v="1036" actId="167"/>
      <pc:docMkLst>
        <pc:docMk/>
      </pc:docMkLst>
      <pc:sldChg chg="modSp new mod">
        <pc:chgData name="Joel Teixeira Cunha" userId="195451ac3a5e8dfd" providerId="LiveId" clId="{9D99295D-09A0-459E-AFDA-61FAD528DEBC}" dt="2026-05-20T00:33:29.732" v="259" actId="20577"/>
        <pc:sldMkLst>
          <pc:docMk/>
          <pc:sldMk cId="3704823367" sldId="310"/>
        </pc:sldMkLst>
        <pc:spChg chg="mod">
          <ac:chgData name="Joel Teixeira Cunha" userId="195451ac3a5e8dfd" providerId="LiveId" clId="{9D99295D-09A0-459E-AFDA-61FAD528DEBC}" dt="2026-05-20T00:30:00.116" v="16" actId="20577"/>
          <ac:spMkLst>
            <pc:docMk/>
            <pc:sldMk cId="3704823367" sldId="310"/>
            <ac:spMk id="2" creationId="{2503B27A-DA49-C952-E5B8-C4DD4A52E6BB}"/>
          </ac:spMkLst>
        </pc:spChg>
        <pc:spChg chg="mod">
          <ac:chgData name="Joel Teixeira Cunha" userId="195451ac3a5e8dfd" providerId="LiveId" clId="{9D99295D-09A0-459E-AFDA-61FAD528DEBC}" dt="2026-05-20T00:33:29.732" v="259" actId="20577"/>
          <ac:spMkLst>
            <pc:docMk/>
            <pc:sldMk cId="3704823367" sldId="310"/>
            <ac:spMk id="3" creationId="{224FF3E1-3C24-2933-AEDB-B93EE112C8D5}"/>
          </ac:spMkLst>
        </pc:spChg>
      </pc:sldChg>
      <pc:sldChg chg="modSp add mod">
        <pc:chgData name="Joel Teixeira Cunha" userId="195451ac3a5e8dfd" providerId="LiveId" clId="{9D99295D-09A0-459E-AFDA-61FAD528DEBC}" dt="2026-05-20T00:39:25.840" v="557" actId="20577"/>
        <pc:sldMkLst>
          <pc:docMk/>
          <pc:sldMk cId="3763117469" sldId="311"/>
        </pc:sldMkLst>
        <pc:spChg chg="mod">
          <ac:chgData name="Joel Teixeira Cunha" userId="195451ac3a5e8dfd" providerId="LiveId" clId="{9D99295D-09A0-459E-AFDA-61FAD528DEBC}" dt="2026-05-20T00:39:25.840" v="557" actId="20577"/>
          <ac:spMkLst>
            <pc:docMk/>
            <pc:sldMk cId="3763117469" sldId="311"/>
            <ac:spMk id="3" creationId="{BD61D81D-2BB8-C849-06C7-A75D2A393923}"/>
          </ac:spMkLst>
        </pc:spChg>
      </pc:sldChg>
      <pc:sldChg chg="addSp delSp modSp add mod">
        <pc:chgData name="Joel Teixeira Cunha" userId="195451ac3a5e8dfd" providerId="LiveId" clId="{9D99295D-09A0-459E-AFDA-61FAD528DEBC}" dt="2026-05-20T00:41:01.907" v="562" actId="1076"/>
        <pc:sldMkLst>
          <pc:docMk/>
          <pc:sldMk cId="826569299" sldId="312"/>
        </pc:sldMkLst>
        <pc:spChg chg="del">
          <ac:chgData name="Joel Teixeira Cunha" userId="195451ac3a5e8dfd" providerId="LiveId" clId="{9D99295D-09A0-459E-AFDA-61FAD528DEBC}" dt="2026-05-20T00:39:54.435" v="559" actId="478"/>
          <ac:spMkLst>
            <pc:docMk/>
            <pc:sldMk cId="826569299" sldId="312"/>
            <ac:spMk id="3" creationId="{9E3847C9-E959-1715-CFC2-E015816C0997}"/>
          </ac:spMkLst>
        </pc:spChg>
        <pc:spChg chg="add del mod">
          <ac:chgData name="Joel Teixeira Cunha" userId="195451ac3a5e8dfd" providerId="LiveId" clId="{9D99295D-09A0-459E-AFDA-61FAD528DEBC}" dt="2026-05-20T00:39:56.463" v="560" actId="478"/>
          <ac:spMkLst>
            <pc:docMk/>
            <pc:sldMk cId="826569299" sldId="312"/>
            <ac:spMk id="5" creationId="{4C0D733C-4DB8-505B-A812-6B3619CA7990}"/>
          </ac:spMkLst>
        </pc:spChg>
        <pc:picChg chg="add mod">
          <ac:chgData name="Joel Teixeira Cunha" userId="195451ac3a5e8dfd" providerId="LiveId" clId="{9D99295D-09A0-459E-AFDA-61FAD528DEBC}" dt="2026-05-20T00:41:01.907" v="562" actId="1076"/>
          <ac:picMkLst>
            <pc:docMk/>
            <pc:sldMk cId="826569299" sldId="312"/>
            <ac:picMk id="7" creationId="{E1C42173-0C0D-41C7-DDE2-ABAC6FCCB876}"/>
          </ac:picMkLst>
        </pc:picChg>
      </pc:sldChg>
      <pc:sldChg chg="modSp add mod">
        <pc:chgData name="Joel Teixeira Cunha" userId="195451ac3a5e8dfd" providerId="LiveId" clId="{9D99295D-09A0-459E-AFDA-61FAD528DEBC}" dt="2026-05-20T00:47:03.372" v="940" actId="20577"/>
        <pc:sldMkLst>
          <pc:docMk/>
          <pc:sldMk cId="5949619" sldId="313"/>
        </pc:sldMkLst>
        <pc:spChg chg="mod">
          <ac:chgData name="Joel Teixeira Cunha" userId="195451ac3a5e8dfd" providerId="LiveId" clId="{9D99295D-09A0-459E-AFDA-61FAD528DEBC}" dt="2026-05-20T00:47:03.372" v="940" actId="20577"/>
          <ac:spMkLst>
            <pc:docMk/>
            <pc:sldMk cId="5949619" sldId="313"/>
            <ac:spMk id="3" creationId="{A7C1C3E8-A352-A607-F90E-57446F3C5EDE}"/>
          </ac:spMkLst>
        </pc:spChg>
      </pc:sldChg>
      <pc:sldChg chg="addSp delSp modSp add mod">
        <pc:chgData name="Joel Teixeira Cunha" userId="195451ac3a5e8dfd" providerId="LiveId" clId="{9D99295D-09A0-459E-AFDA-61FAD528DEBC}" dt="2026-05-20T00:45:05.983" v="790" actId="1076"/>
        <pc:sldMkLst>
          <pc:docMk/>
          <pc:sldMk cId="2920132957" sldId="314"/>
        </pc:sldMkLst>
        <pc:spChg chg="del">
          <ac:chgData name="Joel Teixeira Cunha" userId="195451ac3a5e8dfd" providerId="LiveId" clId="{9D99295D-09A0-459E-AFDA-61FAD528DEBC}" dt="2026-05-20T00:44:56.619" v="786" actId="478"/>
          <ac:spMkLst>
            <pc:docMk/>
            <pc:sldMk cId="2920132957" sldId="314"/>
            <ac:spMk id="3" creationId="{75E89E3F-4530-BC7D-9FB2-1DBCA14E7914}"/>
          </ac:spMkLst>
        </pc:spChg>
        <pc:spChg chg="add del mod">
          <ac:chgData name="Joel Teixeira Cunha" userId="195451ac3a5e8dfd" providerId="LiveId" clId="{9D99295D-09A0-459E-AFDA-61FAD528DEBC}" dt="2026-05-20T00:44:57.980" v="787" actId="478"/>
          <ac:spMkLst>
            <pc:docMk/>
            <pc:sldMk cId="2920132957" sldId="314"/>
            <ac:spMk id="5" creationId="{165B8687-D2EA-38DF-F9F1-6B92F841C531}"/>
          </ac:spMkLst>
        </pc:spChg>
        <pc:picChg chg="add mod">
          <ac:chgData name="Joel Teixeira Cunha" userId="195451ac3a5e8dfd" providerId="LiveId" clId="{9D99295D-09A0-459E-AFDA-61FAD528DEBC}" dt="2026-05-20T00:45:05.983" v="790" actId="1076"/>
          <ac:picMkLst>
            <pc:docMk/>
            <pc:sldMk cId="2920132957" sldId="314"/>
            <ac:picMk id="7" creationId="{AADE1EB9-DFCA-A329-ED1C-D432E331B03F}"/>
          </ac:picMkLst>
        </pc:picChg>
      </pc:sldChg>
      <pc:sldChg chg="addSp modSp add mod">
        <pc:chgData name="Joel Teixeira Cunha" userId="195451ac3a5e8dfd" providerId="LiveId" clId="{9D99295D-09A0-459E-AFDA-61FAD528DEBC}" dt="2026-05-20T00:48:48.601" v="1036" actId="167"/>
        <pc:sldMkLst>
          <pc:docMk/>
          <pc:sldMk cId="2823370548" sldId="315"/>
        </pc:sldMkLst>
        <pc:spChg chg="mod">
          <ac:chgData name="Joel Teixeira Cunha" userId="195451ac3a5e8dfd" providerId="LiveId" clId="{9D99295D-09A0-459E-AFDA-61FAD528DEBC}" dt="2026-05-20T00:48:11.372" v="1031" actId="20577"/>
          <ac:spMkLst>
            <pc:docMk/>
            <pc:sldMk cId="2823370548" sldId="315"/>
            <ac:spMk id="3" creationId="{C53F5831-67AA-BFA8-ADBC-51810DE1A30A}"/>
          </ac:spMkLst>
        </pc:spChg>
        <pc:picChg chg="add mod">
          <ac:chgData name="Joel Teixeira Cunha" userId="195451ac3a5e8dfd" providerId="LiveId" clId="{9D99295D-09A0-459E-AFDA-61FAD528DEBC}" dt="2026-05-20T00:48:33.561" v="1033" actId="1076"/>
          <ac:picMkLst>
            <pc:docMk/>
            <pc:sldMk cId="2823370548" sldId="315"/>
            <ac:picMk id="5" creationId="{2FB49CB0-E511-4E42-4E6C-9E33FED7C92C}"/>
          </ac:picMkLst>
        </pc:picChg>
        <pc:picChg chg="add mod ord">
          <ac:chgData name="Joel Teixeira Cunha" userId="195451ac3a5e8dfd" providerId="LiveId" clId="{9D99295D-09A0-459E-AFDA-61FAD528DEBC}" dt="2026-05-20T00:48:48.601" v="1036" actId="167"/>
          <ac:picMkLst>
            <pc:docMk/>
            <pc:sldMk cId="2823370548" sldId="315"/>
            <ac:picMk id="7" creationId="{D5EDDE2D-0146-0868-1C44-C9E5CA2D21C2}"/>
          </ac:picMkLst>
        </pc:picChg>
      </pc:sldChg>
    </pc:docChg>
  </pc:docChgLst>
  <pc:docChgLst>
    <pc:chgData name="Joel Teixeira Cunha" userId="195451ac3a5e8dfd" providerId="LiveId" clId="{2A4D4AF3-9DC9-4CE5-AE1A-E96DDBF3EED9}"/>
    <pc:docChg chg="undo custSel addSld delSld modSld">
      <pc:chgData name="Joel Teixeira Cunha" userId="195451ac3a5e8dfd" providerId="LiveId" clId="{2A4D4AF3-9DC9-4CE5-AE1A-E96DDBF3EED9}" dt="2026-05-20T15:02:08.867" v="1022" actId="20577"/>
      <pc:docMkLst>
        <pc:docMk/>
      </pc:docMkLst>
      <pc:sldChg chg="delSp mod">
        <pc:chgData name="Joel Teixeira Cunha" userId="195451ac3a5e8dfd" providerId="LiveId" clId="{2A4D4AF3-9DC9-4CE5-AE1A-E96DDBF3EED9}" dt="2026-05-07T19:03:26.379" v="0" actId="21"/>
        <pc:sldMkLst>
          <pc:docMk/>
          <pc:sldMk cId="1359919675" sldId="291"/>
        </pc:sldMkLst>
      </pc:sldChg>
      <pc:sldChg chg="addSp modSp">
        <pc:chgData name="Joel Teixeira Cunha" userId="195451ac3a5e8dfd" providerId="LiveId" clId="{2A4D4AF3-9DC9-4CE5-AE1A-E96DDBF3EED9}" dt="2026-05-07T19:03:27.808" v="1"/>
        <pc:sldMkLst>
          <pc:docMk/>
          <pc:sldMk cId="3637758273" sldId="292"/>
        </pc:sldMkLst>
        <pc:picChg chg="add mod">
          <ac:chgData name="Joel Teixeira Cunha" userId="195451ac3a5e8dfd" providerId="LiveId" clId="{2A4D4AF3-9DC9-4CE5-AE1A-E96DDBF3EED9}" dt="2026-05-07T19:03:27.808" v="1"/>
          <ac:picMkLst>
            <pc:docMk/>
            <pc:sldMk cId="3637758273" sldId="292"/>
            <ac:picMk id="5" creationId="{C634C29A-3E83-227B-4A58-1CB12466827B}"/>
          </ac:picMkLst>
        </pc:picChg>
      </pc:sldChg>
      <pc:sldChg chg="addSp modSp new mod">
        <pc:chgData name="Joel Teixeira Cunha" userId="195451ac3a5e8dfd" providerId="LiveId" clId="{2A4D4AF3-9DC9-4CE5-AE1A-E96DDBF3EED9}" dt="2026-05-20T14:16:09.009" v="15" actId="122"/>
        <pc:sldMkLst>
          <pc:docMk/>
          <pc:sldMk cId="4171428658" sldId="316"/>
        </pc:sldMkLst>
        <pc:spChg chg="mod">
          <ac:chgData name="Joel Teixeira Cunha" userId="195451ac3a5e8dfd" providerId="LiveId" clId="{2A4D4AF3-9DC9-4CE5-AE1A-E96DDBF3EED9}" dt="2026-05-20T14:16:09.009" v="15" actId="122"/>
          <ac:spMkLst>
            <pc:docMk/>
            <pc:sldMk cId="4171428658" sldId="316"/>
            <ac:spMk id="2" creationId="{FECBA7C2-2739-644D-DE2A-F288AF3EC4CE}"/>
          </ac:spMkLst>
        </pc:spChg>
        <pc:picChg chg="add mod ord">
          <ac:chgData name="Joel Teixeira Cunha" userId="195451ac3a5e8dfd" providerId="LiveId" clId="{2A4D4AF3-9DC9-4CE5-AE1A-E96DDBF3EED9}" dt="2026-05-20T14:16:02.519" v="14" actId="167"/>
          <ac:picMkLst>
            <pc:docMk/>
            <pc:sldMk cId="4171428658" sldId="316"/>
            <ac:picMk id="4" creationId="{71DF606C-6B3A-15F0-3419-748F1FA602DB}"/>
          </ac:picMkLst>
        </pc:picChg>
      </pc:sldChg>
      <pc:sldChg chg="modSp new mod">
        <pc:chgData name="Joel Teixeira Cunha" userId="195451ac3a5e8dfd" providerId="LiveId" clId="{2A4D4AF3-9DC9-4CE5-AE1A-E96DDBF3EED9}" dt="2026-05-20T15:02:08.867" v="1022" actId="20577"/>
        <pc:sldMkLst>
          <pc:docMk/>
          <pc:sldMk cId="1553808556" sldId="317"/>
        </pc:sldMkLst>
        <pc:spChg chg="mod">
          <ac:chgData name="Joel Teixeira Cunha" userId="195451ac3a5e8dfd" providerId="LiveId" clId="{2A4D4AF3-9DC9-4CE5-AE1A-E96DDBF3EED9}" dt="2026-05-20T14:16:35.143" v="21" actId="20577"/>
          <ac:spMkLst>
            <pc:docMk/>
            <pc:sldMk cId="1553808556" sldId="317"/>
            <ac:spMk id="2" creationId="{9D396C54-9B69-E5AD-E70D-60AF8A6B5D22}"/>
          </ac:spMkLst>
        </pc:spChg>
        <pc:spChg chg="mod">
          <ac:chgData name="Joel Teixeira Cunha" userId="195451ac3a5e8dfd" providerId="LiveId" clId="{2A4D4AF3-9DC9-4CE5-AE1A-E96DDBF3EED9}" dt="2026-05-20T15:02:08.867" v="1022" actId="20577"/>
          <ac:spMkLst>
            <pc:docMk/>
            <pc:sldMk cId="1553808556" sldId="317"/>
            <ac:spMk id="3" creationId="{A25AFA55-EBBC-0B56-F9FE-EC7AFF61852F}"/>
          </ac:spMkLst>
        </pc:spChg>
      </pc:sldChg>
      <pc:sldChg chg="modSp add mod">
        <pc:chgData name="Joel Teixeira Cunha" userId="195451ac3a5e8dfd" providerId="LiveId" clId="{2A4D4AF3-9DC9-4CE5-AE1A-E96DDBF3EED9}" dt="2026-05-20T14:23:24.828" v="558" actId="20577"/>
        <pc:sldMkLst>
          <pc:docMk/>
          <pc:sldMk cId="1483751292" sldId="318"/>
        </pc:sldMkLst>
        <pc:spChg chg="mod">
          <ac:chgData name="Joel Teixeira Cunha" userId="195451ac3a5e8dfd" providerId="LiveId" clId="{2A4D4AF3-9DC9-4CE5-AE1A-E96DDBF3EED9}" dt="2026-05-20T14:19:19.105" v="204" actId="20577"/>
          <ac:spMkLst>
            <pc:docMk/>
            <pc:sldMk cId="1483751292" sldId="318"/>
            <ac:spMk id="2" creationId="{5B27DD9C-9B3B-531C-D070-86D6BF1D5CDE}"/>
          </ac:spMkLst>
        </pc:spChg>
        <pc:spChg chg="mod">
          <ac:chgData name="Joel Teixeira Cunha" userId="195451ac3a5e8dfd" providerId="LiveId" clId="{2A4D4AF3-9DC9-4CE5-AE1A-E96DDBF3EED9}" dt="2026-05-20T14:23:24.828" v="558" actId="20577"/>
          <ac:spMkLst>
            <pc:docMk/>
            <pc:sldMk cId="1483751292" sldId="318"/>
            <ac:spMk id="3" creationId="{AD7EBC22-0A5D-A910-A15B-2C01C0FB43CE}"/>
          </ac:spMkLst>
        </pc:spChg>
      </pc:sldChg>
      <pc:sldChg chg="addSp modSp add mod">
        <pc:chgData name="Joel Teixeira Cunha" userId="195451ac3a5e8dfd" providerId="LiveId" clId="{2A4D4AF3-9DC9-4CE5-AE1A-E96DDBF3EED9}" dt="2026-05-20T14:28:48.290" v="680"/>
        <pc:sldMkLst>
          <pc:docMk/>
          <pc:sldMk cId="3693627779" sldId="319"/>
        </pc:sldMkLst>
        <pc:spChg chg="mod">
          <ac:chgData name="Joel Teixeira Cunha" userId="195451ac3a5e8dfd" providerId="LiveId" clId="{2A4D4AF3-9DC9-4CE5-AE1A-E96DDBF3EED9}" dt="2026-05-20T14:24:49.098" v="599" actId="20577"/>
          <ac:spMkLst>
            <pc:docMk/>
            <pc:sldMk cId="3693627779" sldId="319"/>
            <ac:spMk id="2" creationId="{60980569-2A9E-EE01-E13D-228094E2003A}"/>
          </ac:spMkLst>
        </pc:spChg>
        <pc:spChg chg="mod">
          <ac:chgData name="Joel Teixeira Cunha" userId="195451ac3a5e8dfd" providerId="LiveId" clId="{2A4D4AF3-9DC9-4CE5-AE1A-E96DDBF3EED9}" dt="2026-05-20T14:28:48.290" v="680"/>
          <ac:spMkLst>
            <pc:docMk/>
            <pc:sldMk cId="3693627779" sldId="319"/>
            <ac:spMk id="3" creationId="{1F1F851B-BB7E-C7D8-6098-82BE75C88209}"/>
          </ac:spMkLst>
        </pc:spChg>
        <pc:spChg chg="add mod">
          <ac:chgData name="Joel Teixeira Cunha" userId="195451ac3a5e8dfd" providerId="LiveId" clId="{2A4D4AF3-9DC9-4CE5-AE1A-E96DDBF3EED9}" dt="2026-05-20T14:25:17.502" v="614" actId="208"/>
          <ac:spMkLst>
            <pc:docMk/>
            <pc:sldMk cId="3693627779" sldId="319"/>
            <ac:spMk id="4" creationId="{2953D224-A826-B130-AC28-83A0953D9B50}"/>
          </ac:spMkLst>
        </pc:spChg>
      </pc:sldChg>
      <pc:sldChg chg="addSp delSp modSp add mod">
        <pc:chgData name="Joel Teixeira Cunha" userId="195451ac3a5e8dfd" providerId="LiveId" clId="{2A4D4AF3-9DC9-4CE5-AE1A-E96DDBF3EED9}" dt="2026-05-20T14:38:44.219" v="831" actId="6549"/>
        <pc:sldMkLst>
          <pc:docMk/>
          <pc:sldMk cId="505014651" sldId="320"/>
        </pc:sldMkLst>
        <pc:spChg chg="mod">
          <ac:chgData name="Joel Teixeira Cunha" userId="195451ac3a5e8dfd" providerId="LiveId" clId="{2A4D4AF3-9DC9-4CE5-AE1A-E96DDBF3EED9}" dt="2026-05-20T14:38:44.219" v="831" actId="6549"/>
          <ac:spMkLst>
            <pc:docMk/>
            <pc:sldMk cId="505014651" sldId="320"/>
            <ac:spMk id="3" creationId="{B4F55839-B27F-2019-2D05-F611F672AEC4}"/>
          </ac:spMkLst>
        </pc:spChg>
        <pc:spChg chg="mod">
          <ac:chgData name="Joel Teixeira Cunha" userId="195451ac3a5e8dfd" providerId="LiveId" clId="{2A4D4AF3-9DC9-4CE5-AE1A-E96DDBF3EED9}" dt="2026-05-20T14:30:13.043" v="683" actId="208"/>
          <ac:spMkLst>
            <pc:docMk/>
            <pc:sldMk cId="505014651" sldId="320"/>
            <ac:spMk id="4" creationId="{E1ACF381-55F3-900F-38A1-AFB590EDBB65}"/>
          </ac:spMkLst>
        </pc:spChg>
        <pc:picChg chg="add del mod">
          <ac:chgData name="Joel Teixeira Cunha" userId="195451ac3a5e8dfd" providerId="LiveId" clId="{2A4D4AF3-9DC9-4CE5-AE1A-E96DDBF3EED9}" dt="2026-05-20T14:36:54.418" v="806" actId="478"/>
          <ac:picMkLst>
            <pc:docMk/>
            <pc:sldMk cId="505014651" sldId="320"/>
            <ac:picMk id="5" creationId="{C6B22279-FDF2-7F22-4835-F5E8AA6A52F0}"/>
          </ac:picMkLst>
        </pc:picChg>
        <pc:picChg chg="add del mod">
          <ac:chgData name="Joel Teixeira Cunha" userId="195451ac3a5e8dfd" providerId="LiveId" clId="{2A4D4AF3-9DC9-4CE5-AE1A-E96DDBF3EED9}" dt="2026-05-20T14:37:48.889" v="811" actId="478"/>
          <ac:picMkLst>
            <pc:docMk/>
            <pc:sldMk cId="505014651" sldId="320"/>
            <ac:picMk id="6" creationId="{B90CBB5C-D863-8996-A85D-DE225391F42A}"/>
          </ac:picMkLst>
        </pc:picChg>
        <pc:picChg chg="add mod">
          <ac:chgData name="Joel Teixeira Cunha" userId="195451ac3a5e8dfd" providerId="LiveId" clId="{2A4D4AF3-9DC9-4CE5-AE1A-E96DDBF3EED9}" dt="2026-05-20T14:38:37.081" v="817" actId="1076"/>
          <ac:picMkLst>
            <pc:docMk/>
            <pc:sldMk cId="505014651" sldId="320"/>
            <ac:picMk id="7" creationId="{E547D8F1-FCE6-5B41-8F8D-4BFC1C6C6563}"/>
          </ac:picMkLst>
        </pc:picChg>
      </pc:sldChg>
      <pc:sldChg chg="delSp modSp add mod">
        <pc:chgData name="Joel Teixeira Cunha" userId="195451ac3a5e8dfd" providerId="LiveId" clId="{2A4D4AF3-9DC9-4CE5-AE1A-E96DDBF3EED9}" dt="2026-05-20T14:42:43.774" v="880" actId="208"/>
        <pc:sldMkLst>
          <pc:docMk/>
          <pc:sldMk cId="3096584772" sldId="321"/>
        </pc:sldMkLst>
        <pc:spChg chg="mod">
          <ac:chgData name="Joel Teixeira Cunha" userId="195451ac3a5e8dfd" providerId="LiveId" clId="{2A4D4AF3-9DC9-4CE5-AE1A-E96DDBF3EED9}" dt="2026-05-20T14:42:18.725" v="878" actId="20577"/>
          <ac:spMkLst>
            <pc:docMk/>
            <pc:sldMk cId="3096584772" sldId="321"/>
            <ac:spMk id="3" creationId="{175EB0EF-1CFD-6183-FA30-69745E5154F9}"/>
          </ac:spMkLst>
        </pc:spChg>
        <pc:spChg chg="mod">
          <ac:chgData name="Joel Teixeira Cunha" userId="195451ac3a5e8dfd" providerId="LiveId" clId="{2A4D4AF3-9DC9-4CE5-AE1A-E96DDBF3EED9}" dt="2026-05-20T14:42:43.774" v="880" actId="208"/>
          <ac:spMkLst>
            <pc:docMk/>
            <pc:sldMk cId="3096584772" sldId="321"/>
            <ac:spMk id="4" creationId="{84433731-6050-9ED1-6931-8CE9B6C18FB6}"/>
          </ac:spMkLst>
        </pc:spChg>
        <pc:picChg chg="del">
          <ac:chgData name="Joel Teixeira Cunha" userId="195451ac3a5e8dfd" providerId="LiveId" clId="{2A4D4AF3-9DC9-4CE5-AE1A-E96DDBF3EED9}" dt="2026-05-20T14:39:13.817" v="833" actId="478"/>
          <ac:picMkLst>
            <pc:docMk/>
            <pc:sldMk cId="3096584772" sldId="321"/>
            <ac:picMk id="7" creationId="{54C25DA4-02C7-8E2D-E78B-34863AD6671D}"/>
          </ac:picMkLst>
        </pc:picChg>
      </pc:sldChg>
      <pc:sldChg chg="modSp add mod">
        <pc:chgData name="Joel Teixeira Cunha" userId="195451ac3a5e8dfd" providerId="LiveId" clId="{2A4D4AF3-9DC9-4CE5-AE1A-E96DDBF3EED9}" dt="2026-05-20T14:46:09.379" v="908"/>
        <pc:sldMkLst>
          <pc:docMk/>
          <pc:sldMk cId="2453084457" sldId="322"/>
        </pc:sldMkLst>
        <pc:spChg chg="mod">
          <ac:chgData name="Joel Teixeira Cunha" userId="195451ac3a5e8dfd" providerId="LiveId" clId="{2A4D4AF3-9DC9-4CE5-AE1A-E96DDBF3EED9}" dt="2026-05-20T14:46:09.379" v="908"/>
          <ac:spMkLst>
            <pc:docMk/>
            <pc:sldMk cId="2453084457" sldId="322"/>
            <ac:spMk id="3" creationId="{FAC48D6F-43B2-C1D5-84C3-65E4041C9F94}"/>
          </ac:spMkLst>
        </pc:spChg>
        <pc:spChg chg="mod">
          <ac:chgData name="Joel Teixeira Cunha" userId="195451ac3a5e8dfd" providerId="LiveId" clId="{2A4D4AF3-9DC9-4CE5-AE1A-E96DDBF3EED9}" dt="2026-05-20T14:43:20.096" v="888" actId="208"/>
          <ac:spMkLst>
            <pc:docMk/>
            <pc:sldMk cId="2453084457" sldId="322"/>
            <ac:spMk id="4" creationId="{E5B6A5D6-69E9-719F-9968-FE093E4DCF52}"/>
          </ac:spMkLst>
        </pc:spChg>
      </pc:sldChg>
      <pc:sldChg chg="modSp add mod">
        <pc:chgData name="Joel Teixeira Cunha" userId="195451ac3a5e8dfd" providerId="LiveId" clId="{2A4D4AF3-9DC9-4CE5-AE1A-E96DDBF3EED9}" dt="2026-05-20T14:50:54.807" v="942" actId="20577"/>
        <pc:sldMkLst>
          <pc:docMk/>
          <pc:sldMk cId="2568603074" sldId="323"/>
        </pc:sldMkLst>
        <pc:spChg chg="mod">
          <ac:chgData name="Joel Teixeira Cunha" userId="195451ac3a5e8dfd" providerId="LiveId" clId="{2A4D4AF3-9DC9-4CE5-AE1A-E96DDBF3EED9}" dt="2026-05-20T14:50:54.807" v="942" actId="20577"/>
          <ac:spMkLst>
            <pc:docMk/>
            <pc:sldMk cId="2568603074" sldId="323"/>
            <ac:spMk id="3" creationId="{22E80C51-9CE9-8787-AEC3-616C58C4800A}"/>
          </ac:spMkLst>
        </pc:spChg>
        <pc:spChg chg="mod">
          <ac:chgData name="Joel Teixeira Cunha" userId="195451ac3a5e8dfd" providerId="LiveId" clId="{2A4D4AF3-9DC9-4CE5-AE1A-E96DDBF3EED9}" dt="2026-05-20T14:46:43.971" v="911" actId="208"/>
          <ac:spMkLst>
            <pc:docMk/>
            <pc:sldMk cId="2568603074" sldId="323"/>
            <ac:spMk id="4" creationId="{16C2649D-36B3-9094-E1E9-77572AA8587B}"/>
          </ac:spMkLst>
        </pc:spChg>
      </pc:sldChg>
      <pc:sldChg chg="modSp add mod">
        <pc:chgData name="Joel Teixeira Cunha" userId="195451ac3a5e8dfd" providerId="LiveId" clId="{2A4D4AF3-9DC9-4CE5-AE1A-E96DDBF3EED9}" dt="2026-05-20T14:53:44.655" v="961"/>
        <pc:sldMkLst>
          <pc:docMk/>
          <pc:sldMk cId="1399148095" sldId="324"/>
        </pc:sldMkLst>
        <pc:spChg chg="mod">
          <ac:chgData name="Joel Teixeira Cunha" userId="195451ac3a5e8dfd" providerId="LiveId" clId="{2A4D4AF3-9DC9-4CE5-AE1A-E96DDBF3EED9}" dt="2026-05-20T14:53:44.655" v="961"/>
          <ac:spMkLst>
            <pc:docMk/>
            <pc:sldMk cId="1399148095" sldId="324"/>
            <ac:spMk id="3" creationId="{A3041131-5EBF-DA03-FF39-CFCEBB59BD03}"/>
          </ac:spMkLst>
        </pc:spChg>
        <pc:spChg chg="mod">
          <ac:chgData name="Joel Teixeira Cunha" userId="195451ac3a5e8dfd" providerId="LiveId" clId="{2A4D4AF3-9DC9-4CE5-AE1A-E96DDBF3EED9}" dt="2026-05-20T14:51:23.001" v="945" actId="208"/>
          <ac:spMkLst>
            <pc:docMk/>
            <pc:sldMk cId="1399148095" sldId="324"/>
            <ac:spMk id="4" creationId="{EF342DFD-F204-9E53-1394-76ADCA87734F}"/>
          </ac:spMkLst>
        </pc:spChg>
      </pc:sldChg>
      <pc:sldChg chg="modSp add mod">
        <pc:chgData name="Joel Teixeira Cunha" userId="195451ac3a5e8dfd" providerId="LiveId" clId="{2A4D4AF3-9DC9-4CE5-AE1A-E96DDBF3EED9}" dt="2026-05-20T14:56:35.217" v="982" actId="208"/>
        <pc:sldMkLst>
          <pc:docMk/>
          <pc:sldMk cId="3961951318" sldId="325"/>
        </pc:sldMkLst>
        <pc:spChg chg="mod">
          <ac:chgData name="Joel Teixeira Cunha" userId="195451ac3a5e8dfd" providerId="LiveId" clId="{2A4D4AF3-9DC9-4CE5-AE1A-E96DDBF3EED9}" dt="2026-05-20T14:56:18.637" v="980"/>
          <ac:spMkLst>
            <pc:docMk/>
            <pc:sldMk cId="3961951318" sldId="325"/>
            <ac:spMk id="3" creationId="{EE612A59-524E-E14E-F20F-C9642C52BD99}"/>
          </ac:spMkLst>
        </pc:spChg>
        <pc:spChg chg="mod">
          <ac:chgData name="Joel Teixeira Cunha" userId="195451ac3a5e8dfd" providerId="LiveId" clId="{2A4D4AF3-9DC9-4CE5-AE1A-E96DDBF3EED9}" dt="2026-05-20T14:56:35.217" v="982" actId="208"/>
          <ac:spMkLst>
            <pc:docMk/>
            <pc:sldMk cId="3961951318" sldId="325"/>
            <ac:spMk id="4" creationId="{C432B28D-23BD-6F0C-D03B-855DC97E84C7}"/>
          </ac:spMkLst>
        </pc:spChg>
      </pc:sldChg>
      <pc:sldChg chg="new del">
        <pc:chgData name="Joel Teixeira Cunha" userId="195451ac3a5e8dfd" providerId="LiveId" clId="{2A4D4AF3-9DC9-4CE5-AE1A-E96DDBF3EED9}" dt="2026-05-20T14:56:50.971" v="984" actId="47"/>
        <pc:sldMkLst>
          <pc:docMk/>
          <pc:sldMk cId="2862423630" sldId="326"/>
        </pc:sldMkLst>
      </pc:sldChg>
      <pc:sldChg chg="addSp modSp add mod">
        <pc:chgData name="Joel Teixeira Cunha" userId="195451ac3a5e8dfd" providerId="LiveId" clId="{2A4D4AF3-9DC9-4CE5-AE1A-E96DDBF3EED9}" dt="2026-05-20T15:00:42.894" v="1012" actId="14100"/>
        <pc:sldMkLst>
          <pc:docMk/>
          <pc:sldMk cId="3205595513" sldId="326"/>
        </pc:sldMkLst>
        <pc:spChg chg="mod">
          <ac:chgData name="Joel Teixeira Cunha" userId="195451ac3a5e8dfd" providerId="LiveId" clId="{2A4D4AF3-9DC9-4CE5-AE1A-E96DDBF3EED9}" dt="2026-05-20T14:59:08.292" v="1009" actId="20577"/>
          <ac:spMkLst>
            <pc:docMk/>
            <pc:sldMk cId="3205595513" sldId="326"/>
            <ac:spMk id="3" creationId="{2F329777-A2D5-DEEA-2AB2-799DE73C6676}"/>
          </ac:spMkLst>
        </pc:spChg>
        <pc:spChg chg="mod">
          <ac:chgData name="Joel Teixeira Cunha" userId="195451ac3a5e8dfd" providerId="LiveId" clId="{2A4D4AF3-9DC9-4CE5-AE1A-E96DDBF3EED9}" dt="2026-05-20T15:00:42.894" v="1012" actId="14100"/>
          <ac:spMkLst>
            <pc:docMk/>
            <pc:sldMk cId="3205595513" sldId="326"/>
            <ac:spMk id="4" creationId="{E4BE032A-87D3-DE09-298A-AAED7A464236}"/>
          </ac:spMkLst>
        </pc:spChg>
        <pc:spChg chg="add mod ord">
          <ac:chgData name="Joel Teixeira Cunha" userId="195451ac3a5e8dfd" providerId="LiveId" clId="{2A4D4AF3-9DC9-4CE5-AE1A-E96DDBF3EED9}" dt="2026-05-20T14:57:59.336" v="998" actId="14100"/>
          <ac:spMkLst>
            <pc:docMk/>
            <pc:sldMk cId="3205595513" sldId="326"/>
            <ac:spMk id="5" creationId="{A0EC5C7D-476F-C255-C7E1-91E89D30A7E0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03D04-C97E-4622-AE07-D0307CB3B4C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5" csCatId="colorful" phldr="1"/>
      <dgm:spPr/>
      <dgm:t>
        <a:bodyPr rtlCol="0"/>
        <a:lstStyle/>
        <a:p>
          <a:pPr rtl="0"/>
          <a:endParaRPr lang="en-US"/>
        </a:p>
      </dgm:t>
    </dgm:pt>
    <dgm:pt modelId="{AAC263CB-8256-4B03-92FE-1622698FB3E9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EXPLORAÇÃO</a:t>
          </a:r>
        </a:p>
      </dgm:t>
    </dgm:pt>
    <dgm:pt modelId="{0BEED663-FC38-4EAD-940F-4C475D2C87DB}" type="par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808B76D0-8EC7-469A-93AC-7A6017188A9D}" type="sib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4E8D2E69-0173-4BD3-B96A-7A9C5DD12B47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IMPLEMENTAÇÃO</a:t>
          </a:r>
        </a:p>
      </dgm:t>
    </dgm:pt>
    <dgm:pt modelId="{B954BF22-E3B3-4A1C-802E-590228BE2D9C}" type="par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FEF1E80E-8A9E-4B0A-817C-2A4CFDCF3FB2}" type="sib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93A6A030-ABAB-4EFA-B539-0FDB3E07C1EF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DEFININDO UM BOM DESIGN</a:t>
          </a:r>
        </a:p>
      </dgm:t>
    </dgm:pt>
    <dgm:pt modelId="{3D674B97-6DC6-4A12-85BA-0976D3064237}" type="par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BFE0749E-E343-4A6F-BD09-2810EE6B4BD7}" type="sib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76D56F19-2708-49DB-8F92-D8AC45F23A9A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ANATOMIA DE UMA PÁGINA WEB</a:t>
          </a:r>
        </a:p>
      </dgm:t>
    </dgm:pt>
    <dgm:pt modelId="{9D5610C2-0A12-494A-AC46-8DD17C08B09F}" type="par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EC8965A1-F755-4945-8AAC-DCF1F68F011E}" type="sib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62F8266B-222B-4ACF-8613-2C8D6376E5BD}" type="pres">
      <dgm:prSet presAssocID="{D4503D04-C97E-4622-AE07-D0307CB3B4CA}" presName="root" presStyleCnt="0">
        <dgm:presLayoutVars>
          <dgm:dir/>
          <dgm:resizeHandles val="exact"/>
        </dgm:presLayoutVars>
      </dgm:prSet>
      <dgm:spPr/>
    </dgm:pt>
    <dgm:pt modelId="{34FD8F56-D6B7-417A-923A-010E4B5FF0CD}" type="pres">
      <dgm:prSet presAssocID="{AAC263CB-8256-4B03-92FE-1622698FB3E9}" presName="compNode" presStyleCnt="0"/>
      <dgm:spPr/>
    </dgm:pt>
    <dgm:pt modelId="{08450877-B8C0-4FE2-B6DB-B88F20C8574C}" type="pres">
      <dgm:prSet presAssocID="{AAC263CB-8256-4B03-92FE-1622698FB3E9}" presName="bgRect" presStyleLbl="bgShp" presStyleIdx="0" presStyleCnt="4"/>
      <dgm:spPr/>
    </dgm:pt>
    <dgm:pt modelId="{BB7E5F84-64F2-4718-BACC-301BBCDC9D3A}" type="pres">
      <dgm:prSet presAssocID="{AAC263CB-8256-4B03-92FE-1622698FB3E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7E1920B-5F09-4283-BAA8-B0012E66F14A}" type="pres">
      <dgm:prSet presAssocID="{AAC263CB-8256-4B03-92FE-1622698FB3E9}" presName="spaceRect" presStyleCnt="0"/>
      <dgm:spPr/>
    </dgm:pt>
    <dgm:pt modelId="{30E9CA6C-A0F7-4BE8-9B77-EE5C9EF005B7}" type="pres">
      <dgm:prSet presAssocID="{AAC263CB-8256-4B03-92FE-1622698FB3E9}" presName="parTx" presStyleLbl="revTx" presStyleIdx="0" presStyleCnt="4">
        <dgm:presLayoutVars>
          <dgm:chMax val="0"/>
          <dgm:chPref val="0"/>
        </dgm:presLayoutVars>
      </dgm:prSet>
      <dgm:spPr/>
    </dgm:pt>
    <dgm:pt modelId="{75497209-36D8-474C-9F50-43B26DAE367B}" type="pres">
      <dgm:prSet presAssocID="{808B76D0-8EC7-469A-93AC-7A6017188A9D}" presName="sibTrans" presStyleCnt="0"/>
      <dgm:spPr/>
    </dgm:pt>
    <dgm:pt modelId="{FB1D870E-AB7C-40E3-AA7F-3EC612E6F71C}" type="pres">
      <dgm:prSet presAssocID="{4E8D2E69-0173-4BD3-B96A-7A9C5DD12B47}" presName="compNode" presStyleCnt="0"/>
      <dgm:spPr/>
    </dgm:pt>
    <dgm:pt modelId="{B9A40EDB-694E-464C-8356-AEE8787842F2}" type="pres">
      <dgm:prSet presAssocID="{4E8D2E69-0173-4BD3-B96A-7A9C5DD12B47}" presName="bgRect" presStyleLbl="bgShp" presStyleIdx="1" presStyleCnt="4"/>
      <dgm:spPr/>
    </dgm:pt>
    <dgm:pt modelId="{8B8D9FA1-74BB-4EA5-B65F-49B870DCE4EB}" type="pres">
      <dgm:prSet presAssocID="{4E8D2E69-0173-4BD3-B96A-7A9C5DD12B4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E35795C-E288-448C-BF98-006011EF35C1}" type="pres">
      <dgm:prSet presAssocID="{4E8D2E69-0173-4BD3-B96A-7A9C5DD12B47}" presName="spaceRect" presStyleCnt="0"/>
      <dgm:spPr/>
    </dgm:pt>
    <dgm:pt modelId="{4258831D-960B-4D2D-A65E-513B92084C01}" type="pres">
      <dgm:prSet presAssocID="{4E8D2E69-0173-4BD3-B96A-7A9C5DD12B47}" presName="parTx" presStyleLbl="revTx" presStyleIdx="1" presStyleCnt="4">
        <dgm:presLayoutVars>
          <dgm:chMax val="0"/>
          <dgm:chPref val="0"/>
        </dgm:presLayoutVars>
      </dgm:prSet>
      <dgm:spPr/>
    </dgm:pt>
    <dgm:pt modelId="{4849AED6-7C24-47EC-B39A-6EC2169AAAEC}" type="pres">
      <dgm:prSet presAssocID="{FEF1E80E-8A9E-4B0A-817C-2A4CFDCF3FB2}" presName="sibTrans" presStyleCnt="0"/>
      <dgm:spPr/>
    </dgm:pt>
    <dgm:pt modelId="{344EF6F7-386A-468B-9D66-8046D158DFC8}" type="pres">
      <dgm:prSet presAssocID="{93A6A030-ABAB-4EFA-B539-0FDB3E07C1EF}" presName="compNode" presStyleCnt="0"/>
      <dgm:spPr/>
    </dgm:pt>
    <dgm:pt modelId="{9DD6C5DE-B838-492F-B4A8-49E4DE8C5CF5}" type="pres">
      <dgm:prSet presAssocID="{93A6A030-ABAB-4EFA-B539-0FDB3E07C1EF}" presName="bgRect" presStyleLbl="bgShp" presStyleIdx="2" presStyleCnt="4"/>
      <dgm:spPr/>
    </dgm:pt>
    <dgm:pt modelId="{3CD2D8A7-CAF8-4A2F-A324-BDF8CFA66908}" type="pres">
      <dgm:prSet presAssocID="{93A6A030-ABAB-4EFA-B539-0FDB3E07C1E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43D945D-C209-4E7A-8D9B-BCF7127718D8}" type="pres">
      <dgm:prSet presAssocID="{93A6A030-ABAB-4EFA-B539-0FDB3E07C1EF}" presName="spaceRect" presStyleCnt="0"/>
      <dgm:spPr/>
    </dgm:pt>
    <dgm:pt modelId="{ECA97BE5-E798-4AEE-9404-4E43192F5136}" type="pres">
      <dgm:prSet presAssocID="{93A6A030-ABAB-4EFA-B539-0FDB3E07C1EF}" presName="parTx" presStyleLbl="revTx" presStyleIdx="2" presStyleCnt="4">
        <dgm:presLayoutVars>
          <dgm:chMax val="0"/>
          <dgm:chPref val="0"/>
        </dgm:presLayoutVars>
      </dgm:prSet>
      <dgm:spPr/>
    </dgm:pt>
    <dgm:pt modelId="{C890CB11-26D0-4233-A3B2-FE616B33A810}" type="pres">
      <dgm:prSet presAssocID="{BFE0749E-E343-4A6F-BD09-2810EE6B4BD7}" presName="sibTrans" presStyleCnt="0"/>
      <dgm:spPr/>
    </dgm:pt>
    <dgm:pt modelId="{25E7A08B-6A02-49D1-8C9D-FCE9C92A1AC5}" type="pres">
      <dgm:prSet presAssocID="{76D56F19-2708-49DB-8F92-D8AC45F23A9A}" presName="compNode" presStyleCnt="0"/>
      <dgm:spPr/>
    </dgm:pt>
    <dgm:pt modelId="{984F7435-4B4C-47D4-B03E-CC8917BDBDBB}" type="pres">
      <dgm:prSet presAssocID="{76D56F19-2708-49DB-8F92-D8AC45F23A9A}" presName="bgRect" presStyleLbl="bgShp" presStyleIdx="3" presStyleCnt="4"/>
      <dgm:spPr/>
    </dgm:pt>
    <dgm:pt modelId="{D3271400-E9D7-4481-8E98-7952ACC542C2}" type="pres">
      <dgm:prSet presAssocID="{76D56F19-2708-49DB-8F92-D8AC45F23A9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3EB25EBA-A880-4DC7-908E-0568144BFBD1}" type="pres">
      <dgm:prSet presAssocID="{76D56F19-2708-49DB-8F92-D8AC45F23A9A}" presName="spaceRect" presStyleCnt="0"/>
      <dgm:spPr/>
    </dgm:pt>
    <dgm:pt modelId="{F2EA86B5-8AF6-40E0-BDDB-512587036C8B}" type="pres">
      <dgm:prSet presAssocID="{76D56F19-2708-49DB-8F92-D8AC45F23A9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6D0D100-FB07-44A7-8ACC-C79CE174D2D7}" type="presOf" srcId="{D4503D04-C97E-4622-AE07-D0307CB3B4CA}" destId="{62F8266B-222B-4ACF-8613-2C8D6376E5BD}" srcOrd="0" destOrd="0" presId="urn:microsoft.com/office/officeart/2018/2/layout/IconVerticalSolidList"/>
    <dgm:cxn modelId="{9DACE70A-4FEB-433A-900C-46A1377C5716}" type="presOf" srcId="{AAC263CB-8256-4B03-92FE-1622698FB3E9}" destId="{30E9CA6C-A0F7-4BE8-9B77-EE5C9EF005B7}" srcOrd="0" destOrd="0" presId="urn:microsoft.com/office/officeart/2018/2/layout/IconVerticalSolidList"/>
    <dgm:cxn modelId="{32E90211-17E0-4DDF-9274-DD3E46D811B8}" srcId="{D4503D04-C97E-4622-AE07-D0307CB3B4CA}" destId="{76D56F19-2708-49DB-8F92-D8AC45F23A9A}" srcOrd="3" destOrd="0" parTransId="{9D5610C2-0A12-494A-AC46-8DD17C08B09F}" sibTransId="{EC8965A1-F755-4945-8AAC-DCF1F68F011E}"/>
    <dgm:cxn modelId="{AFE0042D-F8CA-4F9C-B780-65750DC87CEC}" type="presOf" srcId="{76D56F19-2708-49DB-8F92-D8AC45F23A9A}" destId="{F2EA86B5-8AF6-40E0-BDDB-512587036C8B}" srcOrd="0" destOrd="0" presId="urn:microsoft.com/office/officeart/2018/2/layout/IconVerticalSolidList"/>
    <dgm:cxn modelId="{0F866C41-EB5F-47BD-A2CD-A58671F15B67}" srcId="{D4503D04-C97E-4622-AE07-D0307CB3B4CA}" destId="{4E8D2E69-0173-4BD3-B96A-7A9C5DD12B47}" srcOrd="1" destOrd="0" parTransId="{B954BF22-E3B3-4A1C-802E-590228BE2D9C}" sibTransId="{FEF1E80E-8A9E-4B0A-817C-2A4CFDCF3FB2}"/>
    <dgm:cxn modelId="{F236B04A-0845-45D6-B99A-98DBB252074F}" type="presOf" srcId="{4E8D2E69-0173-4BD3-B96A-7A9C5DD12B47}" destId="{4258831D-960B-4D2D-A65E-513B92084C01}" srcOrd="0" destOrd="0" presId="urn:microsoft.com/office/officeart/2018/2/layout/IconVerticalSolidList"/>
    <dgm:cxn modelId="{C5E94186-9CB6-4C42-92B3-C546CC53A7B9}" srcId="{D4503D04-C97E-4622-AE07-D0307CB3B4CA}" destId="{AAC263CB-8256-4B03-92FE-1622698FB3E9}" srcOrd="0" destOrd="0" parTransId="{0BEED663-FC38-4EAD-940F-4C475D2C87DB}" sibTransId="{808B76D0-8EC7-469A-93AC-7A6017188A9D}"/>
    <dgm:cxn modelId="{F248DBAE-9D9B-462B-998C-1322E596929F}" type="presOf" srcId="{93A6A030-ABAB-4EFA-B539-0FDB3E07C1EF}" destId="{ECA97BE5-E798-4AEE-9404-4E43192F5136}" srcOrd="0" destOrd="0" presId="urn:microsoft.com/office/officeart/2018/2/layout/IconVerticalSolidList"/>
    <dgm:cxn modelId="{4B40C8DC-6B57-4F5B-8440-7241C649700B}" srcId="{D4503D04-C97E-4622-AE07-D0307CB3B4CA}" destId="{93A6A030-ABAB-4EFA-B539-0FDB3E07C1EF}" srcOrd="2" destOrd="0" parTransId="{3D674B97-6DC6-4A12-85BA-0976D3064237}" sibTransId="{BFE0749E-E343-4A6F-BD09-2810EE6B4BD7}"/>
    <dgm:cxn modelId="{8CA5002F-95FA-436B-966F-7B8BA099F8C0}" type="presParOf" srcId="{62F8266B-222B-4ACF-8613-2C8D6376E5BD}" destId="{34FD8F56-D6B7-417A-923A-010E4B5FF0CD}" srcOrd="0" destOrd="0" presId="urn:microsoft.com/office/officeart/2018/2/layout/IconVerticalSolidList"/>
    <dgm:cxn modelId="{3E84FCFB-F2E6-496C-9124-8BCCBAF7581E}" type="presParOf" srcId="{34FD8F56-D6B7-417A-923A-010E4B5FF0CD}" destId="{08450877-B8C0-4FE2-B6DB-B88F20C8574C}" srcOrd="0" destOrd="0" presId="urn:microsoft.com/office/officeart/2018/2/layout/IconVerticalSolidList"/>
    <dgm:cxn modelId="{5AAB9D67-2058-4B02-ACAE-9010504CFA8D}" type="presParOf" srcId="{34FD8F56-D6B7-417A-923A-010E4B5FF0CD}" destId="{BB7E5F84-64F2-4718-BACC-301BBCDC9D3A}" srcOrd="1" destOrd="0" presId="urn:microsoft.com/office/officeart/2018/2/layout/IconVerticalSolidList"/>
    <dgm:cxn modelId="{60640685-0CF7-48C8-A8EF-553779FD445D}" type="presParOf" srcId="{34FD8F56-D6B7-417A-923A-010E4B5FF0CD}" destId="{D7E1920B-5F09-4283-BAA8-B0012E66F14A}" srcOrd="2" destOrd="0" presId="urn:microsoft.com/office/officeart/2018/2/layout/IconVerticalSolidList"/>
    <dgm:cxn modelId="{6FE12CDB-D070-4C97-8AE1-997533C4A8AB}" type="presParOf" srcId="{34FD8F56-D6B7-417A-923A-010E4B5FF0CD}" destId="{30E9CA6C-A0F7-4BE8-9B77-EE5C9EF005B7}" srcOrd="3" destOrd="0" presId="urn:microsoft.com/office/officeart/2018/2/layout/IconVerticalSolidList"/>
    <dgm:cxn modelId="{89F45104-A3AE-4AA5-8376-E3E54E87635B}" type="presParOf" srcId="{62F8266B-222B-4ACF-8613-2C8D6376E5BD}" destId="{75497209-36D8-474C-9F50-43B26DAE367B}" srcOrd="1" destOrd="0" presId="urn:microsoft.com/office/officeart/2018/2/layout/IconVerticalSolidList"/>
    <dgm:cxn modelId="{F53E1E41-AFBD-4F42-B954-620893A507D2}" type="presParOf" srcId="{62F8266B-222B-4ACF-8613-2C8D6376E5BD}" destId="{FB1D870E-AB7C-40E3-AA7F-3EC612E6F71C}" srcOrd="2" destOrd="0" presId="urn:microsoft.com/office/officeart/2018/2/layout/IconVerticalSolidList"/>
    <dgm:cxn modelId="{ECA76847-5AC0-4769-B961-BD6FBFA2D2F3}" type="presParOf" srcId="{FB1D870E-AB7C-40E3-AA7F-3EC612E6F71C}" destId="{B9A40EDB-694E-464C-8356-AEE8787842F2}" srcOrd="0" destOrd="0" presId="urn:microsoft.com/office/officeart/2018/2/layout/IconVerticalSolidList"/>
    <dgm:cxn modelId="{E9875D05-A2CA-4949-A0EC-E659F0F81F59}" type="presParOf" srcId="{FB1D870E-AB7C-40E3-AA7F-3EC612E6F71C}" destId="{8B8D9FA1-74BB-4EA5-B65F-49B870DCE4EB}" srcOrd="1" destOrd="0" presId="urn:microsoft.com/office/officeart/2018/2/layout/IconVerticalSolidList"/>
    <dgm:cxn modelId="{F5076418-1870-49C0-A665-417CB498B6D1}" type="presParOf" srcId="{FB1D870E-AB7C-40E3-AA7F-3EC612E6F71C}" destId="{FE35795C-E288-448C-BF98-006011EF35C1}" srcOrd="2" destOrd="0" presId="urn:microsoft.com/office/officeart/2018/2/layout/IconVerticalSolidList"/>
    <dgm:cxn modelId="{8B6CAA02-B9CA-4F7C-A2C4-A376BC49C448}" type="presParOf" srcId="{FB1D870E-AB7C-40E3-AA7F-3EC612E6F71C}" destId="{4258831D-960B-4D2D-A65E-513B92084C01}" srcOrd="3" destOrd="0" presId="urn:microsoft.com/office/officeart/2018/2/layout/IconVerticalSolidList"/>
    <dgm:cxn modelId="{E0C19E8F-4424-498D-BF7E-0A0F0C17D704}" type="presParOf" srcId="{62F8266B-222B-4ACF-8613-2C8D6376E5BD}" destId="{4849AED6-7C24-47EC-B39A-6EC2169AAAEC}" srcOrd="3" destOrd="0" presId="urn:microsoft.com/office/officeart/2018/2/layout/IconVerticalSolidList"/>
    <dgm:cxn modelId="{ACAF17C3-08FB-4404-A101-25BA91958FE3}" type="presParOf" srcId="{62F8266B-222B-4ACF-8613-2C8D6376E5BD}" destId="{344EF6F7-386A-468B-9D66-8046D158DFC8}" srcOrd="4" destOrd="0" presId="urn:microsoft.com/office/officeart/2018/2/layout/IconVerticalSolidList"/>
    <dgm:cxn modelId="{AE175CB6-3E51-4A45-BD69-A7AF096E3CD2}" type="presParOf" srcId="{344EF6F7-386A-468B-9D66-8046D158DFC8}" destId="{9DD6C5DE-B838-492F-B4A8-49E4DE8C5CF5}" srcOrd="0" destOrd="0" presId="urn:microsoft.com/office/officeart/2018/2/layout/IconVerticalSolidList"/>
    <dgm:cxn modelId="{C47334AD-33FF-468C-A41A-E7D0A23484A4}" type="presParOf" srcId="{344EF6F7-386A-468B-9D66-8046D158DFC8}" destId="{3CD2D8A7-CAF8-4A2F-A324-BDF8CFA66908}" srcOrd="1" destOrd="0" presId="urn:microsoft.com/office/officeart/2018/2/layout/IconVerticalSolidList"/>
    <dgm:cxn modelId="{37DF411B-B4A0-44B4-B176-F8958F165CB2}" type="presParOf" srcId="{344EF6F7-386A-468B-9D66-8046D158DFC8}" destId="{343D945D-C209-4E7A-8D9B-BCF7127718D8}" srcOrd="2" destOrd="0" presId="urn:microsoft.com/office/officeart/2018/2/layout/IconVerticalSolidList"/>
    <dgm:cxn modelId="{43DACBA9-774B-4E88-8510-9265E34E50FA}" type="presParOf" srcId="{344EF6F7-386A-468B-9D66-8046D158DFC8}" destId="{ECA97BE5-E798-4AEE-9404-4E43192F5136}" srcOrd="3" destOrd="0" presId="urn:microsoft.com/office/officeart/2018/2/layout/IconVerticalSolidList"/>
    <dgm:cxn modelId="{0C339883-B66B-4487-B66D-1AA832FF598B}" type="presParOf" srcId="{62F8266B-222B-4ACF-8613-2C8D6376E5BD}" destId="{C890CB11-26D0-4233-A3B2-FE616B33A810}" srcOrd="5" destOrd="0" presId="urn:microsoft.com/office/officeart/2018/2/layout/IconVerticalSolidList"/>
    <dgm:cxn modelId="{0616937D-6FCD-4AA3-A503-BCBE4DCE75B1}" type="presParOf" srcId="{62F8266B-222B-4ACF-8613-2C8D6376E5BD}" destId="{25E7A08B-6A02-49D1-8C9D-FCE9C92A1AC5}" srcOrd="6" destOrd="0" presId="urn:microsoft.com/office/officeart/2018/2/layout/IconVerticalSolidList"/>
    <dgm:cxn modelId="{B186621D-A046-462B-BB0C-6236267E563B}" type="presParOf" srcId="{25E7A08B-6A02-49D1-8C9D-FCE9C92A1AC5}" destId="{984F7435-4B4C-47D4-B03E-CC8917BDBDBB}" srcOrd="0" destOrd="0" presId="urn:microsoft.com/office/officeart/2018/2/layout/IconVerticalSolidList"/>
    <dgm:cxn modelId="{F52693A5-0CDF-426A-86AB-E12EC26F0A8F}" type="presParOf" srcId="{25E7A08B-6A02-49D1-8C9D-FCE9C92A1AC5}" destId="{D3271400-E9D7-4481-8E98-7952ACC542C2}" srcOrd="1" destOrd="0" presId="urn:microsoft.com/office/officeart/2018/2/layout/IconVerticalSolidList"/>
    <dgm:cxn modelId="{A0E86A54-FEE6-445C-A5D8-E1BEB46BF402}" type="presParOf" srcId="{25E7A08B-6A02-49D1-8C9D-FCE9C92A1AC5}" destId="{3EB25EBA-A880-4DC7-908E-0568144BFBD1}" srcOrd="2" destOrd="0" presId="urn:microsoft.com/office/officeart/2018/2/layout/IconVerticalSolidList"/>
    <dgm:cxn modelId="{249C530D-BDAF-40DC-B153-C1C13BE8F861}" type="presParOf" srcId="{25E7A08B-6A02-49D1-8C9D-FCE9C92A1AC5}" destId="{F2EA86B5-8AF6-40E0-BDDB-512587036C8B}" srcOrd="3" destOrd="0" presId="urn:microsoft.com/office/officeart/2018/2/layout/IconVerticalSolid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450877-B8C0-4FE2-B6DB-B88F20C8574C}">
      <dsp:nvSpPr>
        <dsp:cNvPr id="0" name=""/>
        <dsp:cNvSpPr/>
      </dsp:nvSpPr>
      <dsp:spPr>
        <a:xfrm>
          <a:off x="0" y="1469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7E5F84-64F2-4718-BACC-301BBCDC9D3A}">
      <dsp:nvSpPr>
        <dsp:cNvPr id="0" name=""/>
        <dsp:cNvSpPr/>
      </dsp:nvSpPr>
      <dsp:spPr>
        <a:xfrm>
          <a:off x="225364" y="169096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E9CA6C-A0F7-4BE8-9B77-EE5C9EF005B7}">
      <dsp:nvSpPr>
        <dsp:cNvPr id="0" name=""/>
        <dsp:cNvSpPr/>
      </dsp:nvSpPr>
      <dsp:spPr>
        <a:xfrm>
          <a:off x="860480" y="1469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EXPLORAÇÃO</a:t>
          </a:r>
        </a:p>
      </dsp:txBody>
      <dsp:txXfrm>
        <a:off x="860480" y="1469"/>
        <a:ext cx="2224411" cy="745005"/>
      </dsp:txXfrm>
    </dsp:sp>
    <dsp:sp modelId="{B9A40EDB-694E-464C-8356-AEE8787842F2}">
      <dsp:nvSpPr>
        <dsp:cNvPr id="0" name=""/>
        <dsp:cNvSpPr/>
      </dsp:nvSpPr>
      <dsp:spPr>
        <a:xfrm>
          <a:off x="0" y="932726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1420348"/>
            <a:satOff val="-9402"/>
            <a:lumOff val="-163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8D9FA1-74BB-4EA5-B65F-49B870DCE4EB}">
      <dsp:nvSpPr>
        <dsp:cNvPr id="0" name=""/>
        <dsp:cNvSpPr/>
      </dsp:nvSpPr>
      <dsp:spPr>
        <a:xfrm>
          <a:off x="225364" y="1100352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58831D-960B-4D2D-A65E-513B92084C01}">
      <dsp:nvSpPr>
        <dsp:cNvPr id="0" name=""/>
        <dsp:cNvSpPr/>
      </dsp:nvSpPr>
      <dsp:spPr>
        <a:xfrm>
          <a:off x="860480" y="932726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IMPLEMENTAÇÃO</a:t>
          </a:r>
        </a:p>
      </dsp:txBody>
      <dsp:txXfrm>
        <a:off x="860480" y="932726"/>
        <a:ext cx="2224411" cy="745005"/>
      </dsp:txXfrm>
    </dsp:sp>
    <dsp:sp modelId="{9DD6C5DE-B838-492F-B4A8-49E4DE8C5CF5}">
      <dsp:nvSpPr>
        <dsp:cNvPr id="0" name=""/>
        <dsp:cNvSpPr/>
      </dsp:nvSpPr>
      <dsp:spPr>
        <a:xfrm>
          <a:off x="0" y="1863982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2840696"/>
            <a:satOff val="-18805"/>
            <a:lumOff val="-32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D2D8A7-CAF8-4A2F-A324-BDF8CFA66908}">
      <dsp:nvSpPr>
        <dsp:cNvPr id="0" name=""/>
        <dsp:cNvSpPr/>
      </dsp:nvSpPr>
      <dsp:spPr>
        <a:xfrm>
          <a:off x="225364" y="2031608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97BE5-E798-4AEE-9404-4E43192F5136}">
      <dsp:nvSpPr>
        <dsp:cNvPr id="0" name=""/>
        <dsp:cNvSpPr/>
      </dsp:nvSpPr>
      <dsp:spPr>
        <a:xfrm>
          <a:off x="860480" y="1863982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DEFININDO UM BOM DESIGN</a:t>
          </a:r>
        </a:p>
      </dsp:txBody>
      <dsp:txXfrm>
        <a:off x="860480" y="1863982"/>
        <a:ext cx="2224411" cy="745005"/>
      </dsp:txXfrm>
    </dsp:sp>
    <dsp:sp modelId="{984F7435-4B4C-47D4-B03E-CC8917BDBDBB}">
      <dsp:nvSpPr>
        <dsp:cNvPr id="0" name=""/>
        <dsp:cNvSpPr/>
      </dsp:nvSpPr>
      <dsp:spPr>
        <a:xfrm>
          <a:off x="0" y="2795238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4261045"/>
            <a:satOff val="-28207"/>
            <a:lumOff val="-490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71400-E9D7-4481-8E98-7952ACC542C2}">
      <dsp:nvSpPr>
        <dsp:cNvPr id="0" name=""/>
        <dsp:cNvSpPr/>
      </dsp:nvSpPr>
      <dsp:spPr>
        <a:xfrm>
          <a:off x="225364" y="2962865"/>
          <a:ext cx="409752" cy="409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EA86B5-8AF6-40E0-BDDB-512587036C8B}">
      <dsp:nvSpPr>
        <dsp:cNvPr id="0" name=""/>
        <dsp:cNvSpPr/>
      </dsp:nvSpPr>
      <dsp:spPr>
        <a:xfrm>
          <a:off x="860480" y="2795238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ANATOMIA DE UMA PÁGINA WEB</a:t>
          </a:r>
        </a:p>
      </dsp:txBody>
      <dsp:txXfrm>
        <a:off x="860480" y="2795238"/>
        <a:ext cx="2224411" cy="7450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Lista Sólida vertical de Ícones"/>
  <dgm:desc val="Use para mostrar uma série de recursos visuais de cima para baixo com texto de Nível 1 ou de Nível 1 e Nível 2 de agrupados em uma forma. Funciona melhor com ícones ou imagens pequenas com descrições mais longa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632A2767-FEC0-45D8-A250-3A0CECEC10E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D87BEA-720A-4B01-983C-6493C00177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0C4E566-DF6D-4434-93E9-5533CA56705F}" type="datetime1">
              <a:rPr lang="pt-BR" smtClean="0"/>
              <a:t>20/05/2026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D7F7142-7B6D-4E82-A762-17951F1395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47AA5D6A-4E5C-4EA7-A13B-15A02BB533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588A98BC-2DB8-47A3-A77F-B9E32C26623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568433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D0CD38-7F5C-4227-BBA4-D598333EE84D}" type="datetime1">
              <a:rPr lang="pt-BR" smtClean="0"/>
              <a:pPr/>
              <a:t>20/05/2026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9BB1A04-13E8-48CD-97F9-AC2568E1A8D4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57699969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43052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66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E0E56-2EDB-003A-0D1C-9FCFB31D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5D09F517-946F-AC16-FB59-69FF70F04B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D937F-7B08-C3F6-F3B3-EE1C7FD38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32EDDCB8-7930-235B-E44B-135C92D90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222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35942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E6EE-6DEF-7832-4FB5-19CEDE91F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C2C8FCFD-306E-DC50-DB77-29B364AAC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C9D9934-3145-C060-6325-D44CC35C7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441B543F-F162-2F6D-5031-953D08504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948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B5756-C6B8-05F1-523B-9D60FE34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9649178-527C-63AD-9EFA-D90A4D08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2C141BE-B2F4-F9F3-B35E-135AE479C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59DC9642-7E6F-20BE-138C-A9B9AB3EE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6217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DA6-859B-D116-C9F8-6A096BDD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9D641A77-65B6-53FE-FDCD-6014C1229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CFB7E73-09AD-3991-B0FB-1AB09A20F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65A64EF3-76DD-B577-F995-C007131AB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9272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1CBAF-9825-E2E6-B680-E925AECC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1E2014AA-4DB9-92E5-EDBD-6D0C63017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F0944B-376B-67A8-0F2E-4D42A9B59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109ECEC0-5374-2B1C-C3F7-2412A348E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1343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8AF1-334D-6DC9-9902-0F8C2C838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2110FD4B-A535-ED89-6C8E-96B07DE67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9E82F9-F921-08C6-E7B3-76D75A333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F95372CF-C95A-E4E9-17A0-2416952C8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5152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1EACD-6D17-ED7D-DC74-3D118559E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F50150BF-4BA2-5B8F-FEA6-240852CB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793C2E-6258-8F9B-3860-159E4DE0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B52A58F-1FF3-AF9F-5680-41F8000BA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7126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40503-61E3-C66C-18DA-9B6F0A82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025BDD6A-24A6-EFFF-A819-86ACFCAEA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D34DB7E-E230-70C2-86E7-B58D93D61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1C24C04-E916-0AFB-2C98-DD6988CCB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3316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2612-66DF-DB71-5D11-8D346A27C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D7A4511C-444A-711C-263B-C69892930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55581D-5C7E-37CB-254F-5FC2C9937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2AC8F97-2672-77E7-6662-95875FFF7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0079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D9A98-683A-BBEC-0AF9-D8EBD5CD9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E869ECD-3B77-3BBC-027E-D8E17DE20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458B76-5C80-02E4-29CA-42AA1AB8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BC5970BC-8737-1CAA-7276-3BF23F2B7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4624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o 10" hidden="1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FC0F2418-18A5-4620-9C98-AABCFA65A613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58416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19641"/>
            <a:ext cx="9905998" cy="880217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1141412" y="1068224"/>
            <a:ext cx="9905999" cy="4722977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8D48DB-FFB4-4AA5-93D3-E473718F0CBC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97360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5E49CA-2A21-452C-A29D-3D33E5046395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22801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02550"/>
            <a:ext cx="9905998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141410" y="1076625"/>
            <a:ext cx="4878389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72200" y="1076625"/>
            <a:ext cx="4875211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E62F635-993B-46BA-821B-592A025CD20C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14335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11096"/>
            <a:ext cx="9906000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1095660"/>
            <a:ext cx="477228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141410" y="2011649"/>
            <a:ext cx="4772280" cy="3779549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0" y="1085172"/>
            <a:ext cx="4951411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095999" y="2001161"/>
            <a:ext cx="4951411" cy="3790038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289913-8AB1-47F9-A4D6-4A59B3162795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846593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723A875-AAC4-45A8-ABAC-BEE21140AF6C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876122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76449D-BEBC-4417-865A-DF4A51559CA5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9695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0345C6-580F-410D-A6D2-723D4EE32CD6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61360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31FB54B-4600-45E4-8262-FE9801EB5BFE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09866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B96B0CC-A7A8-4770-8010-8421B78D923A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29196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F20234B-30B7-40AE-B829-0CDFB20A8A6F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172563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C4F889-DC04-41D4-9624-F44F4E8775A8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60" name="Caixa de texto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  <p:sp>
        <p:nvSpPr>
          <p:cNvPr id="61" name="Caixa de texto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9022410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B3D7379-AFF5-45F0-9A4F-D3BCFA8D885F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473892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7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8" name="Espaço Reservado para Texto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0" name="Espaço Reservado para Texto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1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6230BA-F9E0-4E57-B34D-A39072C367EA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02244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9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0" name="Espaço Reservado para Imagem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1" name="Espaço Reservado para Texto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3" name="Espaço Reservado para Imagem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4" name="Espaço Reservado para Texto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Imagem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7" name="Espaço Reservado para Texto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8C8274D-3C8B-49F7-AA5B-2A74945DB72B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145445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1FFE33-98EC-45DF-9B28-9A91B3BD7AF6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90616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024654-788D-4B81-AD3A-2D33A5E99CC4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60474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upo 7" hidden="1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upo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upo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pt-BR" noProof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04964C2-D243-417B-AB21-8B2FFD718236}" type="datetime1">
              <a:rPr lang="pt-BR" noProof="0" smtClean="0"/>
              <a:t>20/05/2026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1918522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1.xml"/><Relationship Id="rId5" Type="http://schemas.openxmlformats.org/officeDocument/2006/relationships/image" Target="../media/image5.jpeg"/><Relationship Id="rId10" Type="http://schemas.microsoft.com/office/2007/relationships/diagramDrawing" Target="../diagrams/drawing1.xml"/><Relationship Id="rId4" Type="http://schemas.openxmlformats.org/officeDocument/2006/relationships/image" Target="../media/image2.png"/><Relationship Id="rId9" Type="http://schemas.openxmlformats.org/officeDocument/2006/relationships/diagramColors" Target="../diagrams/colors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email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>
            <a:extLst>
              <a:ext uri="{FF2B5EF4-FFF2-40B4-BE49-F238E27FC236}">
                <a16:creationId xmlns:a16="http://schemas.microsoft.com/office/drawing/2014/main" id="{788D5DFD-FA42-4EB0-B24E-4180C0CC5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tângulo 10">
              <a:extLst>
                <a:ext uri="{FF2B5EF4-FFF2-40B4-BE49-F238E27FC236}">
                  <a16:creationId xmlns:a16="http://schemas.microsoft.com/office/drawing/2014/main" id="{CC864817-5955-484B-9D1F-9BC8DB739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pic>
          <p:nvPicPr>
            <p:cNvPr id="12" name="Imagem 2">
              <a:extLst>
                <a:ext uri="{FF2B5EF4-FFF2-40B4-BE49-F238E27FC236}">
                  <a16:creationId xmlns:a16="http://schemas.microsoft.com/office/drawing/2014/main" id="{280C083F-71A6-4E55-AE35-586518FE2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 cstate="email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6="http://schemas.microsoft.com/office/drawing/2014/main"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Imagem 4" descr="Lâmpada">
            <a:extLst>
              <a:ext uri="{FF2B5EF4-FFF2-40B4-BE49-F238E27FC236}">
                <a16:creationId xmlns:a16="http://schemas.microsoft.com/office/drawing/2014/main" id="{AC06F95D-BA5D-4DEE-93EF-3FE3173D13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D44056DF-7985-4692-968A-466E9E6AF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5" name="Retângulo com Canto Diagonal Arredondado 7">
              <a:extLst>
                <a:ext uri="{FF2B5EF4-FFF2-40B4-BE49-F238E27FC236}">
                  <a16:creationId xmlns:a16="http://schemas.microsoft.com/office/drawing/2014/main" id="{B414A174-532A-4602-934F-9858D1D86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940B0C0C-7F94-4725-8108-62B3B7A5A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7" name="Forma Livre 32">
                <a:extLst>
                  <a:ext uri="{FF2B5EF4-FFF2-40B4-BE49-F238E27FC236}">
                    <a16:creationId xmlns:a16="http://schemas.microsoft.com/office/drawing/2014/main" id="{367EAC5B-1891-480A-A3AD-B9F6A88FAC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8" name="Forma Livre 33">
                <a:extLst>
                  <a:ext uri="{FF2B5EF4-FFF2-40B4-BE49-F238E27FC236}">
                    <a16:creationId xmlns:a16="http://schemas.microsoft.com/office/drawing/2014/main" id="{E33FF633-15BA-464F-8F5B-26C56665F7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9" name="Forma Livre 34">
                <a:extLst>
                  <a:ext uri="{FF2B5EF4-FFF2-40B4-BE49-F238E27FC236}">
                    <a16:creationId xmlns:a16="http://schemas.microsoft.com/office/drawing/2014/main" id="{0C949DF6-E66B-4DB8-AB52-30CA781B48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0" name="Forma Livre 37">
                <a:extLst>
                  <a:ext uri="{FF2B5EF4-FFF2-40B4-BE49-F238E27FC236}">
                    <a16:creationId xmlns:a16="http://schemas.microsoft.com/office/drawing/2014/main" id="{309C2298-5EF9-4B09-8995-014F6D3BFF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1" name="Forma Livre 35">
                <a:extLst>
                  <a:ext uri="{FF2B5EF4-FFF2-40B4-BE49-F238E27FC236}">
                    <a16:creationId xmlns:a16="http://schemas.microsoft.com/office/drawing/2014/main" id="{319B2AFC-EBFF-477C-A364-6D575BE5AA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2" name="Forma Livre 36">
                <a:extLst>
                  <a:ext uri="{FF2B5EF4-FFF2-40B4-BE49-F238E27FC236}">
                    <a16:creationId xmlns:a16="http://schemas.microsoft.com/office/drawing/2014/main" id="{CC6B7D67-F2F8-4B07-B954-EAC9135B2B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3" name="Forma Livre 38">
                <a:extLst>
                  <a:ext uri="{FF2B5EF4-FFF2-40B4-BE49-F238E27FC236}">
                    <a16:creationId xmlns:a16="http://schemas.microsoft.com/office/drawing/2014/main" id="{7FF1659D-33DA-4F62-8567-A54020D2E2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4" name="Forma Livre 39">
                <a:extLst>
                  <a:ext uri="{FF2B5EF4-FFF2-40B4-BE49-F238E27FC236}">
                    <a16:creationId xmlns:a16="http://schemas.microsoft.com/office/drawing/2014/main" id="{9110F572-DC3D-4AB3-B731-B73BD65057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5" name="Forma Livre 40">
                <a:extLst>
                  <a:ext uri="{FF2B5EF4-FFF2-40B4-BE49-F238E27FC236}">
                    <a16:creationId xmlns:a16="http://schemas.microsoft.com/office/drawing/2014/main" id="{A2F7D0E9-68CE-40F9-B0E9-F915103ECF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6" name="Retângulo 41">
                <a:extLst>
                  <a:ext uri="{FF2B5EF4-FFF2-40B4-BE49-F238E27FC236}">
                    <a16:creationId xmlns:a16="http://schemas.microsoft.com/office/drawing/2014/main" id="{AB69A438-1FB7-454A-A3E9-0C329643CD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7" name="Forma Livre 32">
                <a:extLst>
                  <a:ext uri="{FF2B5EF4-FFF2-40B4-BE49-F238E27FC236}">
                    <a16:creationId xmlns:a16="http://schemas.microsoft.com/office/drawing/2014/main" id="{E64598D0-3A2C-4570-9E7C-C52C89549B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8" name="Forma Livre 33">
                <a:extLst>
                  <a:ext uri="{FF2B5EF4-FFF2-40B4-BE49-F238E27FC236}">
                    <a16:creationId xmlns:a16="http://schemas.microsoft.com/office/drawing/2014/main" id="{CC17CF42-8908-477B-9F36-DA1306CA010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9" name="Forma Livre 34">
                <a:extLst>
                  <a:ext uri="{FF2B5EF4-FFF2-40B4-BE49-F238E27FC236}">
                    <a16:creationId xmlns:a16="http://schemas.microsoft.com/office/drawing/2014/main" id="{A2457851-D4A0-404C-BF3F-99AE00B9E9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0" name="Forma Livre 37">
                <a:extLst>
                  <a:ext uri="{FF2B5EF4-FFF2-40B4-BE49-F238E27FC236}">
                    <a16:creationId xmlns:a16="http://schemas.microsoft.com/office/drawing/2014/main" id="{ECC300FA-EE4A-489E-9A47-79BEBF05DC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1" name="Forma Livre 35">
                <a:extLst>
                  <a:ext uri="{FF2B5EF4-FFF2-40B4-BE49-F238E27FC236}">
                    <a16:creationId xmlns:a16="http://schemas.microsoft.com/office/drawing/2014/main" id="{0D1F26E2-902B-416B-A1DB-80DAF78D8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2" name="Forma Livre 36">
                <a:extLst>
                  <a:ext uri="{FF2B5EF4-FFF2-40B4-BE49-F238E27FC236}">
                    <a16:creationId xmlns:a16="http://schemas.microsoft.com/office/drawing/2014/main" id="{491346A0-BF6D-45A5-806A-2150768722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3" name="Forma Livre 38">
                <a:extLst>
                  <a:ext uri="{FF2B5EF4-FFF2-40B4-BE49-F238E27FC236}">
                    <a16:creationId xmlns:a16="http://schemas.microsoft.com/office/drawing/2014/main" id="{A8A5AAC9-38FD-4A03-AB91-236F2AAC62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4" name="Forma Livre 39">
                <a:extLst>
                  <a:ext uri="{FF2B5EF4-FFF2-40B4-BE49-F238E27FC236}">
                    <a16:creationId xmlns:a16="http://schemas.microsoft.com/office/drawing/2014/main" id="{7AD4105C-55AA-47FF-AC5D-5BCB0B78C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5" name="Forma Livre 40">
                <a:extLst>
                  <a:ext uri="{FF2B5EF4-FFF2-40B4-BE49-F238E27FC236}">
                    <a16:creationId xmlns:a16="http://schemas.microsoft.com/office/drawing/2014/main" id="{1C4B42B1-B112-4057-82C3-E5AF3BC7F6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6" name="Retângulo 41">
                <a:extLst>
                  <a:ext uri="{FF2B5EF4-FFF2-40B4-BE49-F238E27FC236}">
                    <a16:creationId xmlns:a16="http://schemas.microsoft.com/office/drawing/2014/main" id="{C8B37395-3651-4E66-A62E-31529FABC8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D687081-16D7-4BC5-A7DB-E70117439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 rtlCol="0" anchor="ctr">
            <a:normAutofit fontScale="90000"/>
          </a:bodyPr>
          <a:lstStyle/>
          <a:p>
            <a:pPr algn="ctr" rtl="0"/>
            <a:r>
              <a:rPr lang="pt-BR" dirty="0"/>
              <a:t>Design</a:t>
            </a:r>
            <a:br>
              <a:rPr lang="pt-BR" dirty="0"/>
            </a:br>
            <a:r>
              <a:rPr lang="pt-BR" dirty="0"/>
              <a:t>WEB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41851F-203A-4F8E-AA75-478526ABA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 rtlCol="0">
            <a:normAutofit/>
          </a:bodyPr>
          <a:lstStyle/>
          <a:p>
            <a:pPr algn="ctr" rtl="0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B6D540F-1E2F-416F-819F-D8216BC8F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875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rupo 279">
            <a:extLst>
              <a:ext uri="{FF2B5EF4-FFF2-40B4-BE49-F238E27FC236}">
                <a16:creationId xmlns:a16="http://schemas.microsoft.com/office/drawing/2014/main" id="{5FE07634-A83A-4681-9C1D-BC0775F9D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81" name="Retângulo 280">
              <a:extLst>
                <a:ext uri="{FF2B5EF4-FFF2-40B4-BE49-F238E27FC236}">
                  <a16:creationId xmlns:a16="http://schemas.microsoft.com/office/drawing/2014/main" id="{BF62976A-266E-4650-88F2-C16130F3D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 dirty="0"/>
            </a:p>
          </p:txBody>
        </p:sp>
        <p:pic>
          <p:nvPicPr>
            <p:cNvPr id="282" name="Imagem 2">
              <a:extLst>
                <a:ext uri="{FF2B5EF4-FFF2-40B4-BE49-F238E27FC236}">
                  <a16:creationId xmlns:a16="http://schemas.microsoft.com/office/drawing/2014/main" id="{88D9B99B-59C2-481A-A948-F87920A7FE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6="http://schemas.microsoft.com/office/drawing/2014/main"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724656" cy="1478570"/>
          </a:xfrm>
        </p:spPr>
        <p:txBody>
          <a:bodyPr rtlCol="0">
            <a:normAutofit/>
          </a:bodyPr>
          <a:lstStyle/>
          <a:p>
            <a:pPr rtl="0"/>
            <a:r>
              <a:rPr lang="pt-BR" sz="3200" dirty="0"/>
              <a:t>Componentes DE DESIGN</a:t>
            </a:r>
          </a:p>
        </p:txBody>
      </p:sp>
      <p:pic>
        <p:nvPicPr>
          <p:cNvPr id="10" name="Espaço Reservado para Conteúdo 6" descr="placa de circuito">
            <a:extLst>
              <a:ext uri="{FF2B5EF4-FFF2-40B4-BE49-F238E27FC236}">
                <a16:creationId xmlns:a16="http://schemas.microsoft.com/office/drawing/2014/main" id="{38616497-6A2B-4863-A3DD-A2D0AF07489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131" r="14065"/>
          <a:stretch/>
        </p:blipFill>
        <p:spPr>
          <a:xfrm flipH="1">
            <a:off x="-5597" y="10"/>
            <a:ext cx="7558541" cy="6857990"/>
          </a:xfrm>
          <a:prstGeom prst="rect">
            <a:avLst/>
          </a:prstGeom>
        </p:spPr>
      </p:pic>
      <p:grpSp>
        <p:nvGrpSpPr>
          <p:cNvPr id="341" name="Grupo 283" hidden="1">
            <a:extLst>
              <a:ext uri="{FF2B5EF4-FFF2-40B4-BE49-F238E27FC236}">
                <a16:creationId xmlns:a16="http://schemas.microsoft.com/office/drawing/2014/main" id="{A2E1FE48-FA7B-4262-B922-041542931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F2E644B1-8F72-4AC4-89F1-EB3A02734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6" name="Freeform 6">
              <a:extLst>
                <a:ext uri="{FF2B5EF4-FFF2-40B4-BE49-F238E27FC236}">
                  <a16:creationId xmlns:a16="http://schemas.microsoft.com/office/drawing/2014/main" id="{1781B8E8-8A26-4FFB-BE0C-7C0C644F7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7" name="Freeform 7">
              <a:extLst>
                <a:ext uri="{FF2B5EF4-FFF2-40B4-BE49-F238E27FC236}">
                  <a16:creationId xmlns:a16="http://schemas.microsoft.com/office/drawing/2014/main" id="{4109D997-E9DF-4429-A643-3E691E2B70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B392695A-F131-4C51-B689-3F4D5B1A2F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9" name="Freeform 9">
              <a:extLst>
                <a:ext uri="{FF2B5EF4-FFF2-40B4-BE49-F238E27FC236}">
                  <a16:creationId xmlns:a16="http://schemas.microsoft.com/office/drawing/2014/main" id="{8218EC3E-07D0-417A-B0A8-057F825EF7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0" name="Freeform 10">
              <a:extLst>
                <a:ext uri="{FF2B5EF4-FFF2-40B4-BE49-F238E27FC236}">
                  <a16:creationId xmlns:a16="http://schemas.microsoft.com/office/drawing/2014/main" id="{B036399E-7675-47B6-A645-242946879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1" name="Freeform 11">
              <a:extLst>
                <a:ext uri="{FF2B5EF4-FFF2-40B4-BE49-F238E27FC236}">
                  <a16:creationId xmlns:a16="http://schemas.microsoft.com/office/drawing/2014/main" id="{C44A0438-B8A4-43B3-B17C-B919FCD92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2" name="Freeform 12">
              <a:extLst>
                <a:ext uri="{FF2B5EF4-FFF2-40B4-BE49-F238E27FC236}">
                  <a16:creationId xmlns:a16="http://schemas.microsoft.com/office/drawing/2014/main" id="{ABC7257F-6F64-4B81-BDA7-7C232BCBA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3" name="Freeform 13">
              <a:extLst>
                <a:ext uri="{FF2B5EF4-FFF2-40B4-BE49-F238E27FC236}">
                  <a16:creationId xmlns:a16="http://schemas.microsoft.com/office/drawing/2014/main" id="{72DD7E92-F033-480C-A220-63CE422C3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4" name="Freeform 14">
              <a:extLst>
                <a:ext uri="{FF2B5EF4-FFF2-40B4-BE49-F238E27FC236}">
                  <a16:creationId xmlns:a16="http://schemas.microsoft.com/office/drawing/2014/main" id="{444A9AC9-463E-45E7-A818-13F664F7C0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5" name="Freeform 15">
              <a:extLst>
                <a:ext uri="{FF2B5EF4-FFF2-40B4-BE49-F238E27FC236}">
                  <a16:creationId xmlns:a16="http://schemas.microsoft.com/office/drawing/2014/main" id="{6CCE9BBE-5DE3-4991-80CA-DFEB92867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6" name="Freeform 16">
              <a:extLst>
                <a:ext uri="{FF2B5EF4-FFF2-40B4-BE49-F238E27FC236}">
                  <a16:creationId xmlns:a16="http://schemas.microsoft.com/office/drawing/2014/main" id="{3180F6DF-A13F-491C-BF97-B206E3E7B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7" name="Freeform 17">
              <a:extLst>
                <a:ext uri="{FF2B5EF4-FFF2-40B4-BE49-F238E27FC236}">
                  <a16:creationId xmlns:a16="http://schemas.microsoft.com/office/drawing/2014/main" id="{CAD0E44C-73C8-42BB-ADA8-2BA6B3082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8" name="Freeform 18">
              <a:extLst>
                <a:ext uri="{FF2B5EF4-FFF2-40B4-BE49-F238E27FC236}">
                  <a16:creationId xmlns:a16="http://schemas.microsoft.com/office/drawing/2014/main" id="{436EC43E-A70D-4E5C-B275-35CA8E93C1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9" name="Freeform 19">
              <a:extLst>
                <a:ext uri="{FF2B5EF4-FFF2-40B4-BE49-F238E27FC236}">
                  <a16:creationId xmlns:a16="http://schemas.microsoft.com/office/drawing/2014/main" id="{ADE7E5B6-2E2A-4F56-9E90-F8613E6D1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0" name="Freeform 20">
              <a:extLst>
                <a:ext uri="{FF2B5EF4-FFF2-40B4-BE49-F238E27FC236}">
                  <a16:creationId xmlns:a16="http://schemas.microsoft.com/office/drawing/2014/main" id="{86B9E49B-AE8D-47E0-BACC-A6D0AC3AB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1" name="Freeform 21">
              <a:extLst>
                <a:ext uri="{FF2B5EF4-FFF2-40B4-BE49-F238E27FC236}">
                  <a16:creationId xmlns:a16="http://schemas.microsoft.com/office/drawing/2014/main" id="{2EB961AF-CD61-41BA-B0B2-0741A5ED6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2" name="Freeform 22">
              <a:extLst>
                <a:ext uri="{FF2B5EF4-FFF2-40B4-BE49-F238E27FC236}">
                  <a16:creationId xmlns:a16="http://schemas.microsoft.com/office/drawing/2014/main" id="{DC42BDA1-810A-4135-B3B1-B3161D372A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3" name="Freeform 23">
              <a:extLst>
                <a:ext uri="{FF2B5EF4-FFF2-40B4-BE49-F238E27FC236}">
                  <a16:creationId xmlns:a16="http://schemas.microsoft.com/office/drawing/2014/main" id="{FA51FCA8-FCF4-4116-8CB2-5C539E37F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4" name="Freeform 24">
              <a:extLst>
                <a:ext uri="{FF2B5EF4-FFF2-40B4-BE49-F238E27FC236}">
                  <a16:creationId xmlns:a16="http://schemas.microsoft.com/office/drawing/2014/main" id="{F2850A10-CDBC-462A-8CB7-0258746834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5" name="Freeform 25">
              <a:extLst>
                <a:ext uri="{FF2B5EF4-FFF2-40B4-BE49-F238E27FC236}">
                  <a16:creationId xmlns:a16="http://schemas.microsoft.com/office/drawing/2014/main" id="{738A37B9-77C2-4464-BF1F-2AF25A0D2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6" name="Freeform 26">
              <a:extLst>
                <a:ext uri="{FF2B5EF4-FFF2-40B4-BE49-F238E27FC236}">
                  <a16:creationId xmlns:a16="http://schemas.microsoft.com/office/drawing/2014/main" id="{89026C8B-A162-4523-A51B-9F1200BC60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7" name="Freeform 27">
              <a:extLst>
                <a:ext uri="{FF2B5EF4-FFF2-40B4-BE49-F238E27FC236}">
                  <a16:creationId xmlns:a16="http://schemas.microsoft.com/office/drawing/2014/main" id="{5B76BC40-1FA2-477D-B2C2-4763577DB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8" name="Freeform 28">
              <a:extLst>
                <a:ext uri="{FF2B5EF4-FFF2-40B4-BE49-F238E27FC236}">
                  <a16:creationId xmlns:a16="http://schemas.microsoft.com/office/drawing/2014/main" id="{6BC68EAA-2809-4AE4-80C1-2555CEF73D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9" name="Freeform 29">
              <a:extLst>
                <a:ext uri="{FF2B5EF4-FFF2-40B4-BE49-F238E27FC236}">
                  <a16:creationId xmlns:a16="http://schemas.microsoft.com/office/drawing/2014/main" id="{FE709D1B-0541-4414-9E87-CF7D6918C1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0" name="Freeform 30">
              <a:extLst>
                <a:ext uri="{FF2B5EF4-FFF2-40B4-BE49-F238E27FC236}">
                  <a16:creationId xmlns:a16="http://schemas.microsoft.com/office/drawing/2014/main" id="{33BCB888-11B8-4D01-BCDA-59BBA28DC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1" name="Freeform 31">
              <a:extLst>
                <a:ext uri="{FF2B5EF4-FFF2-40B4-BE49-F238E27FC236}">
                  <a16:creationId xmlns:a16="http://schemas.microsoft.com/office/drawing/2014/main" id="{28E5CE3E-C11A-4CF7-82BF-37D1221D4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2" name="Freeform 32">
              <a:extLst>
                <a:ext uri="{FF2B5EF4-FFF2-40B4-BE49-F238E27FC236}">
                  <a16:creationId xmlns:a16="http://schemas.microsoft.com/office/drawing/2014/main" id="{55284FC3-21FB-4FA7-B695-2D6A9CEF7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13DA6B78-00DE-4E55-9124-EFD72519B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14" name="Freeform 34">
              <a:extLst>
                <a:ext uri="{FF2B5EF4-FFF2-40B4-BE49-F238E27FC236}">
                  <a16:creationId xmlns:a16="http://schemas.microsoft.com/office/drawing/2014/main" id="{D4602B0F-2844-48BE-9B4A-0366AC904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5" name="Freeform 35">
              <a:extLst>
                <a:ext uri="{FF2B5EF4-FFF2-40B4-BE49-F238E27FC236}">
                  <a16:creationId xmlns:a16="http://schemas.microsoft.com/office/drawing/2014/main" id="{E31E05BB-6004-474D-9900-D990378FD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6" name="Freeform 36">
              <a:extLst>
                <a:ext uri="{FF2B5EF4-FFF2-40B4-BE49-F238E27FC236}">
                  <a16:creationId xmlns:a16="http://schemas.microsoft.com/office/drawing/2014/main" id="{00BD01ED-F65D-4601-A77D-508E960E09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7" name="Freeform 37">
              <a:extLst>
                <a:ext uri="{FF2B5EF4-FFF2-40B4-BE49-F238E27FC236}">
                  <a16:creationId xmlns:a16="http://schemas.microsoft.com/office/drawing/2014/main" id="{FD307CAE-789C-4E80-B6F1-9858A3AB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8" name="Freeform 38">
              <a:extLst>
                <a:ext uri="{FF2B5EF4-FFF2-40B4-BE49-F238E27FC236}">
                  <a16:creationId xmlns:a16="http://schemas.microsoft.com/office/drawing/2014/main" id="{94B97B29-709E-4E24-B2FA-EF84AA12D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9" name="Freeform 39">
              <a:extLst>
                <a:ext uri="{FF2B5EF4-FFF2-40B4-BE49-F238E27FC236}">
                  <a16:creationId xmlns:a16="http://schemas.microsoft.com/office/drawing/2014/main" id="{C05D52B9-1FA2-4E7C-8229-B09811A90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0" name="Freeform 40">
              <a:extLst>
                <a:ext uri="{FF2B5EF4-FFF2-40B4-BE49-F238E27FC236}">
                  <a16:creationId xmlns:a16="http://schemas.microsoft.com/office/drawing/2014/main" id="{CC0A5575-2FB9-440F-B9A8-E0DDE1C37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1" name="Freeform 41">
              <a:extLst>
                <a:ext uri="{FF2B5EF4-FFF2-40B4-BE49-F238E27FC236}">
                  <a16:creationId xmlns:a16="http://schemas.microsoft.com/office/drawing/2014/main" id="{AFFCC88F-01DF-4DE1-8CD5-88631E309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2" name="Freeform 42">
              <a:extLst>
                <a:ext uri="{FF2B5EF4-FFF2-40B4-BE49-F238E27FC236}">
                  <a16:creationId xmlns:a16="http://schemas.microsoft.com/office/drawing/2014/main" id="{33EEC40B-E2CD-4BAC-94D6-85B70714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3" name="Freeform 43">
              <a:extLst>
                <a:ext uri="{FF2B5EF4-FFF2-40B4-BE49-F238E27FC236}">
                  <a16:creationId xmlns:a16="http://schemas.microsoft.com/office/drawing/2014/main" id="{3E0E9643-5C60-4933-BB1B-9A09057E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4" name="Freeform 44">
              <a:extLst>
                <a:ext uri="{FF2B5EF4-FFF2-40B4-BE49-F238E27FC236}">
                  <a16:creationId xmlns:a16="http://schemas.microsoft.com/office/drawing/2014/main" id="{94F86E92-9EC7-437C-946B-31E7C1C47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BE9A51BE-C514-46B5-ABA6-7E7C878F8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26" name="Freeform 46">
              <a:extLst>
                <a:ext uri="{FF2B5EF4-FFF2-40B4-BE49-F238E27FC236}">
                  <a16:creationId xmlns:a16="http://schemas.microsoft.com/office/drawing/2014/main" id="{8B255447-F0E9-4D96-A4B0-F9EDDE58A3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7" name="Freeform 47">
              <a:extLst>
                <a:ext uri="{FF2B5EF4-FFF2-40B4-BE49-F238E27FC236}">
                  <a16:creationId xmlns:a16="http://schemas.microsoft.com/office/drawing/2014/main" id="{AFAC5F3A-3BE7-489E-A848-498B9995F1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8" name="Freeform 48">
              <a:extLst>
                <a:ext uri="{FF2B5EF4-FFF2-40B4-BE49-F238E27FC236}">
                  <a16:creationId xmlns:a16="http://schemas.microsoft.com/office/drawing/2014/main" id="{A974E7AA-5EF3-4817-B0AE-4C1A784EE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9" name="Freeform 49">
              <a:extLst>
                <a:ext uri="{FF2B5EF4-FFF2-40B4-BE49-F238E27FC236}">
                  <a16:creationId xmlns:a16="http://schemas.microsoft.com/office/drawing/2014/main" id="{8AA54AC1-3E87-49C0-A594-87829A2CFF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0" name="Freeform 50">
              <a:extLst>
                <a:ext uri="{FF2B5EF4-FFF2-40B4-BE49-F238E27FC236}">
                  <a16:creationId xmlns:a16="http://schemas.microsoft.com/office/drawing/2014/main" id="{CC237789-73BC-4BD9-BFE8-1325FA4B5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1" name="Freeform 51">
              <a:extLst>
                <a:ext uri="{FF2B5EF4-FFF2-40B4-BE49-F238E27FC236}">
                  <a16:creationId xmlns:a16="http://schemas.microsoft.com/office/drawing/2014/main" id="{DCF4052D-CF62-47DC-991E-49D0BA908F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2" name="Freeform 52">
              <a:extLst>
                <a:ext uri="{FF2B5EF4-FFF2-40B4-BE49-F238E27FC236}">
                  <a16:creationId xmlns:a16="http://schemas.microsoft.com/office/drawing/2014/main" id="{2ABD9104-C938-44F2-8622-8407A2593B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3" name="Freeform 53">
              <a:extLst>
                <a:ext uri="{FF2B5EF4-FFF2-40B4-BE49-F238E27FC236}">
                  <a16:creationId xmlns:a16="http://schemas.microsoft.com/office/drawing/2014/main" id="{4AA18F60-3E86-4A5A-B82E-A79183ED3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4" name="Freeform 54">
              <a:extLst>
                <a:ext uri="{FF2B5EF4-FFF2-40B4-BE49-F238E27FC236}">
                  <a16:creationId xmlns:a16="http://schemas.microsoft.com/office/drawing/2014/main" id="{0F34C941-6196-4937-99E5-14AAD23F28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5" name="Freeform 55">
              <a:extLst>
                <a:ext uri="{FF2B5EF4-FFF2-40B4-BE49-F238E27FC236}">
                  <a16:creationId xmlns:a16="http://schemas.microsoft.com/office/drawing/2014/main" id="{60DB8A6C-23D7-4A88-BDCE-8FEC86A12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6" name="Freeform 56">
              <a:extLst>
                <a:ext uri="{FF2B5EF4-FFF2-40B4-BE49-F238E27FC236}">
                  <a16:creationId xmlns:a16="http://schemas.microsoft.com/office/drawing/2014/main" id="{29F5F702-AEE6-4633-BB20-7A15C3A31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7" name="Freeform 57">
              <a:extLst>
                <a:ext uri="{FF2B5EF4-FFF2-40B4-BE49-F238E27FC236}">
                  <a16:creationId xmlns:a16="http://schemas.microsoft.com/office/drawing/2014/main" id="{F30C7A45-6890-4EA5-9F6B-E2AB4D04C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8" name="Freeform 58">
              <a:extLst>
                <a:ext uri="{FF2B5EF4-FFF2-40B4-BE49-F238E27FC236}">
                  <a16:creationId xmlns:a16="http://schemas.microsoft.com/office/drawing/2014/main" id="{F31A7373-F68A-485D-95DC-B53ACC7B5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graphicFrame>
        <p:nvGraphicFramePr>
          <p:cNvPr id="200" name="Espaço Reservado para Conteúdo 2" descr="Smart Art">
            <a:extLst>
              <a:ext uri="{FF2B5EF4-FFF2-40B4-BE49-F238E27FC236}">
                <a16:creationId xmlns:a16="http://schemas.microsoft.com/office/drawing/2014/main" id="{C7094B13-F699-4785-845B-4DB18710A2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065487"/>
              </p:ext>
            </p:extLst>
          </p:nvPr>
        </p:nvGraphicFramePr>
        <p:xfrm>
          <a:off x="7962519" y="2249487"/>
          <a:ext cx="3084892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30266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A508-8767-E5B1-2E58-AC51065EB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618B3-1BEF-DB29-D254-46235C67C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O Processo de Design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9251641-EEA4-4B3E-324E-664FE70EE8D3}"/>
              </a:ext>
            </a:extLst>
          </p:cNvPr>
          <p:cNvSpPr txBox="1"/>
          <p:nvPr/>
        </p:nvSpPr>
        <p:spPr>
          <a:xfrm>
            <a:off x="4507832" y="1539875"/>
            <a:ext cx="769242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prioridade deve ser sempre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 ser complexas e ambiciosas ou simplesmente disponibilizar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detalhes podem ser técnicos: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Desenvolvimento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Hospedagem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Manutenção ou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Aplicação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Já o processo de criação de protótipo pode ser resumido em três tarefas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Descoberta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Exploração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94845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5BE62A68-92FB-4DA6-B1D6-FA043544A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0A6DFCC-5864-48A7-8196-CBCF038BB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03CA880E-A155-41A2-B87D-21AC3CE33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AD179668-A46F-4D4C-8C75-2F3B4B578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DB283C2-E19A-4A75-909F-450DB72DE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674E08A-09B5-42AD-805C-43DAE1D0BE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48B903F-D11E-41B4-A6F7-5ACF56D76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68B65942-DED3-475B-B28D-839E15541C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54C02C20-8E50-4D5F-9E89-7266186B1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7C79DE-C22B-4732-B921-1EEF64DAD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E55FE5-F856-4E6D-A505-4A5AA92FC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564ACC84-D8A2-43FB-AB43-D7A892AC83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33DE6074-A243-4841-8A21-41739E524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6AD73007-A6A4-498E-8AF9-C3F7D61DC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41BFD40-70B0-48BA-9216-9C67411F4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DFC59A5-0E43-4308-8BFB-F505CFB549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852232F-7FE7-4B61-AC34-F29289DAC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2467A7F-F122-4464-A682-8C4DB1DA1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178D569-0695-49D6-8261-1BF6E2E48F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E289FFF1-2E96-4F4A-94D2-D1FED6AE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F0509D92-D47A-49BC-899A-0C2AB53BC6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606E419B-186B-4DA7-95FA-F921A2D3F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5DBBAC4-A0DC-44A6-A64F-3FF22BC30B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5359546-A3CF-4560-869D-4C642B0F75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A9D2DDA1-3EE0-4B5E-8107-6000BCB2B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DA22C48-18EA-47BE-B75A-9594E025BE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11A5F9B-C5BD-4FE0-BEE1-5FA9B82FB3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FFCFD60-FB34-408B-A2EA-311A1093D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72B9EBCA-3EF6-4296-80E0-CD849B27ED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CC021197-0DB7-42B6-93BB-32252A937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7C30BDFE-E13B-4CD1-9371-FAEDFF80C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A847D4E2-EA7B-40EF-8062-D1FAF838F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F1549F3B-53A1-4D15-8E8E-4297D91B8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841347B2-F767-433C-946A-1B19B4C40E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34A4847-B6CA-4001-8EB1-33B3854A4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EF334B32-D0A0-45DE-99CB-37A3E56EC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D1098DF-5812-4A6F-A4B7-AFEBEDA98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A72CC5D-2EA1-4ABD-B694-045401D7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47B8C57D-403F-4D5B-9724-24276E99B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4890E5D3-F793-4B6A-AA8F-1F6C03BD1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68A2FE4A-346D-4EA5-B377-EED4515161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F12D5D5-9BB1-4D89-B5B4-8F8353825B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C2E1682-54F0-9405-0F0C-11D52B24693B}"/>
              </a:ext>
            </a:extLst>
          </p:cNvPr>
          <p:cNvSpPr txBox="1"/>
          <p:nvPr/>
        </p:nvSpPr>
        <p:spPr>
          <a:xfrm>
            <a:off x="4507832" y="1539875"/>
            <a:ext cx="625859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Consiste em conhecer os clientes 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Aprender sobre o que eles fazem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Pesquise sobre o negócio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ele não tiver um site, pesquise sobre a empresa dele ou sobre o setor em que ele atua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primeira reunião não é para impressionar o cliente, vender a si mesmo ou um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anotações de tudo o que ele disser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perguntas relacionadas à empresa e ao projeto</a:t>
            </a:r>
          </a:p>
        </p:txBody>
      </p:sp>
    </p:spTree>
    <p:extLst>
      <p:ext uri="{BB962C8B-B14F-4D97-AF65-F5344CB8AC3E}">
        <p14:creationId xmlns:p14="http://schemas.microsoft.com/office/powerpoint/2010/main" val="9566394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EE742-85A3-A48E-69AC-366EE8468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143E49BC-23E5-2969-153A-D4839E373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300D4446-DD22-D138-E0E3-F116F6ED4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BD85A6AB-5A02-28F1-24DB-E0A88569D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8C13AB11-FD56-BAD5-F60B-43905521FB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8E21924-D6F7-80AC-A5B5-1A3ECE2D02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DFEC454C-9EC8-601D-A7BD-FE4C7B470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01F83C53-CEBF-8103-AE09-67B4ED3C43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B03B8232-A425-38A0-6334-20237D668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E3018A6D-6EA1-96F8-AA20-F6B5D9747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27567F0-3F62-6C0A-D9C7-95E8C73F6D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696BA87-2A68-698A-8D13-98DCBCB18B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932825EF-04FF-EB8D-CEB3-552CE63374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58EDF3-BCE2-31AA-5D28-53AEE56FD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1C237034-21E8-AC15-DCA4-8B148BA399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169A3F6-2CD0-8CD1-ED8D-E085DEEB1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3326291-EAC3-685F-0A82-E1C825874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4992AC6-767C-97EB-5557-6EBFB79AE7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035C0C09-0DB0-1A43-0F6B-29801D0AA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F24BB77-A8AB-A37C-9EC8-257F2CB6FA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B3D4264C-BA04-2D6F-5830-935BC43783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A43C2C0A-7E92-C1B3-4920-13B145938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C4256D9-0A3B-5D26-88E9-42DF5553C9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C438F0E-3D65-CF24-7E46-0513F80C9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D7B271A1-C4B9-E4E7-131E-D6393E41E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75C2654-4CB2-6496-5989-2CDD6542E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F16749AB-185C-09C8-7EB2-FBE662884B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87DD92F-6963-CA48-6DAE-ED71D3C606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BF828C07-18AA-6EA4-D435-256CFFA28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CFCD95ED-C858-6F24-ECC2-128F4811C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2E786E92-C2F6-945E-0148-40D6E5D74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5F71AD9-D08D-6C4B-451F-36751D52E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53E2156-3CBD-7349-68E6-9007F2BC0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466BFD99-B662-B73B-8A8E-A35949168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2B9A5FA-09C0-269F-393B-5BD3DBD2B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BF12AA26-A6BD-D2A9-8780-8A7BFB08B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4A3206F7-6A56-3964-ED25-73B9816A5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66D3CE3A-CA4E-9D5A-535D-3FBF2452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43FEE4B-E69B-ADD5-D425-4BD2A6EE1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D05000AC-646F-0EF0-61FA-768969ADC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03C8B6F-BBB1-2119-B132-2A2F2B70C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D6E708F-003D-2425-DC9B-4500E10AE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776B63F-822D-6913-21B0-598637FF2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1FD887D1-B9EE-67E6-1938-EE29D4125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69B981D-E013-1EC6-23C2-C1B930EFFB62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O que a empresa faz?</a:t>
            </a:r>
          </a:p>
          <a:p>
            <a:r>
              <a:rPr lang="pt-BR" dirty="0"/>
              <a:t>■ Qual é o seu papel na empresa?</a:t>
            </a:r>
          </a:p>
          <a:p>
            <a:r>
              <a:rPr lang="pt-BR" dirty="0"/>
              <a:t>■ A empresa já possui um logotipo ou marca? </a:t>
            </a:r>
          </a:p>
          <a:p>
            <a:r>
              <a:rPr lang="pt-BR" dirty="0"/>
              <a:t>■ Qual é o seu objetivo ao desenvolver um site?</a:t>
            </a:r>
          </a:p>
          <a:p>
            <a:r>
              <a:rPr lang="pt-BR" dirty="0"/>
              <a:t>■ Quais informações você deseja fornecer online?</a:t>
            </a:r>
          </a:p>
          <a:p>
            <a:r>
              <a:rPr lang="pt-BR" dirty="0"/>
              <a:t>■ Quem compõe seu público-alvo? Os membros compartilham alguma característica demográfica em comum, como idade, sexo ou localização geográfica?</a:t>
            </a:r>
          </a:p>
          <a:p>
            <a:r>
              <a:rPr lang="pt-BR" dirty="0"/>
              <a:t>■ Quem são seus concorrentes e eles têm sites?</a:t>
            </a:r>
          </a:p>
          <a:p>
            <a:r>
              <a:rPr lang="pt-BR" dirty="0"/>
              <a:t>■ Você tem exemplos de sites que gosta ou não gosta?</a:t>
            </a:r>
          </a:p>
        </p:txBody>
      </p:sp>
    </p:spTree>
    <p:extLst>
      <p:ext uri="{BB962C8B-B14F-4D97-AF65-F5344CB8AC3E}">
        <p14:creationId xmlns:p14="http://schemas.microsoft.com/office/powerpoint/2010/main" val="2847196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F6EF2-6BD8-F096-1392-4D51072EE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B14AC283-A99F-D8FE-9D27-35E98793E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F1D97422-C42F-06B1-740F-65A763E7E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D42AFC51-1CE1-B7E7-B8F0-B34318F27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20C42FE-DF1C-3132-439A-7A294DAC93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53BF78A8-2CCE-17AD-3C39-5ED936210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81219807-4754-FF42-47C1-F9D8B592D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508BD29C-1278-343E-80A1-5756607955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7F9FB036-750C-5665-C19F-E880AA8596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AB9A1D96-7AB9-C111-A237-A2E37D9FD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157B040-F002-E46D-6C18-08A5399BE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42F51D0-9EE0-4332-B34F-2859B1F6C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CDBCA63E-BE9E-911A-0FCE-FD637B895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88E30653-B314-63AD-CA9E-E03BF8057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898DC79-6F00-DAFB-6E19-83C727DC3F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0B71C9D-BD4A-816F-C948-667E55D8B9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28B0C32-9ED5-E4D4-2BC9-C02F183E90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5FEE1850-D163-4658-FF02-66095AF1B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1034A7B-A2E9-C8BC-C06E-DE35812F8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50FABF7-D0BA-7B0F-C6FD-AAC2FF077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DAC803E-8457-3FD5-1107-C5BFDE242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C575C2F4-CE9C-4676-26FD-2484A7C27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F9F139BF-D330-D346-44AF-08F4AF6C0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92A59CD4-0C44-C89D-9E6A-15B4C8006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9714D7A7-A48D-B05D-B59E-55A86564D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989CCFAF-01E7-2472-325C-05EC9DCFF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5F3C02A-0D3B-7461-3AE5-1C0C42D05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5D5D99B-B204-86DE-E9AB-AED87FF9DF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D5FCA816-5080-14C8-A926-2C091AC04E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DD424DD2-C3BB-57A7-13C8-AE7EF1551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6D7D7DD9-6352-3986-1E92-D9CB33AED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A446871-69D0-EA9E-B568-49AC7EC8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2088F6C4-711A-59AB-7A1B-67626EE7D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5FC8023-8A90-2C18-C549-AC187C354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B02FF42-726C-6226-C253-DFBC34F0C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9028D839-2896-DDBB-6335-B501C19579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F486FE7-D46C-9662-310A-70ED8BF0E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D6889CC4-8882-DB1A-BE04-9911D29C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008BC6E7-6BE2-7DD1-384E-638241437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1F5489A-DF17-CFD1-9C6C-7074F885D3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E04EB44-52B8-70AE-6163-93EB838BD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7AB0453-BCBA-5E38-2188-E0306980F4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CA96760-A0E5-793E-2179-73AE3D5BD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83683235-2505-E8F1-88CC-A11B670B1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B3B9ACEA-563F-38CB-79AF-D90AA7161C9C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Qual o cronograma do projeto e qual o orçamento?</a:t>
            </a:r>
          </a:p>
          <a:p>
            <a:r>
              <a:rPr lang="pt-BR" dirty="0"/>
              <a:t>Se o projeto for a reformulação de um site existente, também pode-se perguntar:</a:t>
            </a:r>
          </a:p>
          <a:p>
            <a:r>
              <a:rPr lang="pt-BR" dirty="0"/>
              <a:t>■ O que seus visitantes geralmente procuram quando acessam seu site?</a:t>
            </a:r>
          </a:p>
          <a:p>
            <a:r>
              <a:rPr lang="pt-BR" dirty="0"/>
              <a:t>■ Quais são os problemas com o design atual?</a:t>
            </a:r>
          </a:p>
          <a:p>
            <a:r>
              <a:rPr lang="pt-BR" dirty="0"/>
              <a:t>■ O que você espera alcançar com a reformulação?</a:t>
            </a:r>
          </a:p>
          <a:p>
            <a:r>
              <a:rPr lang="pt-BR" dirty="0"/>
              <a:t>■ Há algum elemento do site atual que você deseja manter?</a:t>
            </a:r>
          </a:p>
          <a:p>
            <a:r>
              <a:rPr lang="pt-BR" dirty="0"/>
              <a:t>■ Como você acha que seus visitantes reagirão a um novo design de site?</a:t>
            </a:r>
          </a:p>
        </p:txBody>
      </p:sp>
    </p:spTree>
    <p:extLst>
      <p:ext uri="{BB962C8B-B14F-4D97-AF65-F5344CB8AC3E}">
        <p14:creationId xmlns:p14="http://schemas.microsoft.com/office/powerpoint/2010/main" val="4259346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F8ECD-419D-2332-3E84-02486D883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8FF8EFE-732D-C259-D7DF-B037C5D2B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B61DCC-75EA-37E6-1234-4F99E9883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6178B5F1-2C0C-605F-D71D-8B02162B8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E2D7D14-55B6-7718-196F-14F2CC8FE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D095747D-DE3F-96BA-C255-6F501A774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EE72CDA6-A15E-1D1F-E388-14AAF82E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92947451-FE6A-E8D6-4AB5-38CDC441F0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189A37E-E136-0F53-4EFC-94AC2CF4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F989863-EAA4-D5E2-6C75-0477727995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53C29764-7C7A-DECD-CF58-CDC42ED75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40E62B-C9B7-F2B7-A945-9CC5B4E77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AF4CD6-F09C-9DE2-1DF7-50CD36E03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D0BB37FA-23F2-506A-CC6E-0311D7D991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8BD7C4A1-5E62-9367-CFA4-532964372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EED64A4F-DF5E-060F-3C55-81D055E20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B44F2AE7-021F-BC93-EF7F-A54C36DE7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C51532D2-1DA0-4987-F884-C5A3052A5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5B578D51-B031-BE19-8AF1-C6085D97E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2DEBEA5-4AD0-A35F-908C-A469CAB2FF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76DF5DE-2FBB-DF49-2257-43F87D70F1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342ED5DF-D8B7-8E0C-F23B-91DD391D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A7431B-344A-2F38-7437-723404863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4880B97-A0D4-4DD8-5A9C-2EF606D7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1C6ACA58-5CE6-00C8-64AA-032CA2D280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EE11291-FC99-A74B-6C99-3262CFDAF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12330F0-4CD2-E9A3-0503-024C95880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DDF9E40-5A06-5DE8-A3E8-2E2263947B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BCB8E3B-58ED-413A-AC43-51455FB87C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06F424F-D634-8275-2B0F-0523E6A161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3E6B9BF8-D95E-9E02-2F42-1AF3A0798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FD2A20E-CFC7-14D7-C4A6-DB6E828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1224E758-4C17-3370-E12E-FECC0686F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23CAA225-DDEB-9BC8-9B9B-5E84D497D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1D1D4954-14E1-5C48-7A2A-5C4E004117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41AA430-4AC1-7457-84B7-08B6356D60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C8E4F0D9-D9CD-C220-D792-C0DD05C9D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81F6F5B-BF78-28D8-04C4-04D4E81668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773ACD86-0C02-8EE5-A3C4-34D4C1AE3C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08D5A53E-51BE-A85B-6C70-F73D8435B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E0B86460-A788-D89A-2690-086DB5902F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6357504D-389B-983B-9792-408221B233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C1A57C56-41C2-A40F-A504-022DFF43D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1A000DA-C7B2-8C84-11E6-2871A389B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361C0C-81CA-E98D-C243-FECFC4878C98}"/>
              </a:ext>
            </a:extLst>
          </p:cNvPr>
          <p:cNvSpPr txBox="1"/>
          <p:nvPr/>
        </p:nvSpPr>
        <p:spPr>
          <a:xfrm>
            <a:off x="4507832" y="1539875"/>
            <a:ext cx="6258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jargões técnicos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falar especificamente de design</a:t>
            </a:r>
          </a:p>
        </p:txBody>
      </p:sp>
    </p:spTree>
    <p:extLst>
      <p:ext uri="{BB962C8B-B14F-4D97-AF65-F5344CB8AC3E}">
        <p14:creationId xmlns:p14="http://schemas.microsoft.com/office/powerpoint/2010/main" val="25651052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4FBFE6-1DD1-AB01-B92F-76779EB92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1D3FDE6-1974-2DE9-B935-D00726FEA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5D0F0EAF-FA23-BCFE-C0D7-C2C052AB8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7D36595-C916-1A90-1175-6F05C58B5F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52AEEB6-FA13-BF83-8420-A09CA7A8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7D824848-BC07-322C-05C3-3A3F126D8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2E18FE6-C047-2A95-FF62-DCC0B455A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DB6B5EA-9902-0B8C-CB66-4E0B464146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586AB0B-1C98-E1AA-C70A-23CE7B7A9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35E072E-6B6E-C2E8-A8D4-B51A347E7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BA3F71-F869-0EC4-E272-84363342E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3BF36C3C-0753-3392-D344-6B6F04986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0965D2-CEF2-D1BF-CDAB-2E82DE5E3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06F828AD-2C72-2E05-9259-63D87E7A4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EFED1DC6-AD28-6EBA-944F-D289DAABC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5746287-0281-D818-61E3-1974F5CACD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FA6D4D6-A71C-0C05-AAE5-0E17C8086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6D641F2-CA68-873B-196A-1DD25E9E9E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D9D9AA5-A360-553A-136D-7382B4A99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AC0B9F2C-BC02-9E17-F919-FA6ADEE785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890ADE01-1ECA-6802-2204-5356E4586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DE5A5FD-C51C-C084-B288-CC6798956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AEB6224-1F6C-AD01-DB36-098E37631F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47A12E87-3D66-6B1F-DE34-039C58496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3F7D99C-A947-E292-98D5-6EA2AF85D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A54E848-61EF-7DD8-928B-32F88DB66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1A98C598-0E40-23E0-4226-428AAE003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761C57F-664D-B142-8717-481848F7B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64BBAB87-200E-3CD6-E2F6-E15400F75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8942B07A-B405-0534-8944-545881C26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F90A966-E3C9-FD9B-5249-33BAF1AD7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A678646-24E8-A473-2EFF-2ED80BCDE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EXPLORAÇÃO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C47DC06-2346-02D9-CFA6-06BF7E51B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5D39DD1-9C8E-0254-1D43-F38670C1A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3C80F85-EB30-A918-5194-42DF3BADC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84884A1-6B2C-970C-CD19-0D1F0F27E5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9DFE160E-B9A3-32BF-8D6B-0901EC8A1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041C13C7-9E17-2075-438A-7AEEDAE0EB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53E4B18-742A-31C1-5B65-F728231605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254ECE2-EBCA-E2DF-7D59-5B56C08F9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A58C7159-B962-5092-E679-9F2A4E3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849337F-B0BA-6028-2B1E-2A50DA4F5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FA1B7C06-96D4-90FF-F782-6143911E33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4810C4A-677E-EED0-5778-9B46A3FDE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B96ECC6-5F12-577B-4013-48F2CB219CC7}"/>
              </a:ext>
            </a:extLst>
          </p:cNvPr>
          <p:cNvSpPr txBox="1"/>
          <p:nvPr/>
        </p:nvSpPr>
        <p:spPr>
          <a:xfrm>
            <a:off x="4507832" y="1539875"/>
            <a:ext cx="597311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Análise das informações, dissecação e experimentação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Domínio sólido de todas as informações, produtos e serviços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Organização das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Coloque-se no lugar do visitante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Uso de papel e bloco de notas adesivas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Lista de todos os elementos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Organize-os em grupos e subgrupos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isso para cada página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Tornar as informações o mais óbvias e fáceis de encontrar</a:t>
            </a:r>
          </a:p>
        </p:txBody>
      </p:sp>
    </p:spTree>
    <p:extLst>
      <p:ext uri="{BB962C8B-B14F-4D97-AF65-F5344CB8AC3E}">
        <p14:creationId xmlns:p14="http://schemas.microsoft.com/office/powerpoint/2010/main" val="825427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8F3394-C3A2-D63F-500E-C934A581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DD42B7E8-4047-1EB9-7B6B-C606963C7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2CB9D9-B2A3-56A5-9DE5-8E44EA4A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E220473-E0A4-0135-B505-BE8624DC9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F119AB4D-711F-1A00-38CF-C989FC895B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7CB6610-A896-1D27-5B87-337688C62B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5C0C6DC-ADEC-8AFD-F035-DD4FA4F6BE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C56452C7-9279-FBAB-21CB-4336DEA19A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CDD1624-69F9-ED0F-E0D4-3AD64F52C6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B4B45CFB-2BFF-1518-40B2-9190684486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CA83FF19-2627-1042-DA2D-7353C8872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A0AEB994-C1D8-7DC3-E061-73D114538E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B6F94906-144F-5DD1-4399-AE63627C9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07ACD1C-E363-9E72-5FCC-0AC412D69D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A2C27E20-D4E2-6D5D-1FA3-C035FC614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6131332-3864-A563-D326-3F718017D2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609560D6-0F4D-977F-750F-A87071820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8604F9AC-6EEE-971A-0779-4D8C48E85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78CC379D-55E9-28B9-A158-1207DF4102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DE4A67B6-5FEE-8520-17C8-6ED06C972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3F12768A-CA95-D878-47AD-DCD3A52CB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58262DB7-640A-6F2B-07FD-37DF9E8EB4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0524097-317D-5299-A11C-E5ED637A6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789E587-08D9-1A02-3FB5-7C5FE39B3A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7C680B8-EE1A-60E9-FE84-2293B1B2E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9943F3C-48DB-6E37-A5BA-B9421C48F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E8F97C4B-D353-FC36-1FD9-596D6A4ABF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90BEE7D-A6B8-9483-C7CE-59B89D094C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3D9C0D9C-2CD8-8BC7-D4A6-65D65DA28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9841E4F1-161D-D459-62BB-3F3B6B197F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19CCF4A-457C-BCDE-8033-C6CBBBB01D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60BCFCA-76D8-3D92-6A0A-AC4A3E3FB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E79CA148-9AE2-4E7A-B46F-41AEAB013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5DAE7F3A-E3EF-9ADA-7A6E-B3D79405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B87F53C7-C422-B727-FEB3-5C203CB0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4EB187E-3216-4C39-F5A6-6D1AB6E917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139D88C6-7E24-4798-68A0-DF782B429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47D5199F-0E19-A705-6785-0A21FA2A4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C79B5660-2A8C-E2CC-BD30-CA6ED09D9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98AD3223-055F-9B92-2905-0F6C9337EE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7F301DA-4EB9-EC6C-6B49-98A59C3471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7F80168-A2CA-0204-A294-4F620A591D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85BC1460-5CBA-08BA-BA0B-A72B5B727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58C04F95-33F2-D760-C968-CB7216977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1629DBB-E512-79B5-F5BB-E2415CCC2ED4}"/>
              </a:ext>
            </a:extLst>
          </p:cNvPr>
          <p:cNvSpPr txBox="1"/>
          <p:nvPr/>
        </p:nvSpPr>
        <p:spPr>
          <a:xfrm>
            <a:off x="4507832" y="1539875"/>
            <a:ext cx="610265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DESIGN É SOBRE COMUNICAÇÃO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Começa com a criação do 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É irrelevante o uso de ferramentas tecnológicas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na folha de papel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esboçando alguns layouts possíveis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Depois de produzir alguns, escolha um de que gosta e passe para um editor eletrônicos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alterações de cores e posição de blocos até ter uma versão final para mostrar ao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Princípios e convenções associadas ao design ajuda a entender a diferença entre o bom, o ruim e o feio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13209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2CD9D8-9993-B021-F9D6-D78F3AC8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619D4A6-F01F-1E56-62B7-B506FBA5C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ADB7A49C-7148-60E4-E77F-E3D3498B4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04FE988-B380-2C8A-6481-E7F5FE06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E17C4462-43A4-CCCE-20A0-E2FA711E7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C21D282-A88D-B490-DA19-BC8FF8E7BA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7E88DF84-C1F3-7A5E-2EE4-F1C521024F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408E3F35-0B8B-2B3D-1A44-F063DF6749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C05B94C9-65A7-226D-6FED-65AE7AB746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9369A45-C04D-65A1-C5AF-81DB534CC0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0F9C9AE-B622-A91B-4198-795D0044F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0C9D1716-42AF-13B2-1CE4-04CCB96E4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0D280073-A00B-44E6-928E-3C8B1B052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6445D7B8-9373-C6B9-DDBE-F614A4F372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0160EFAF-7410-F33B-9691-B68E1DF86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1C412DB-20EE-0D8A-51F8-F1C28BCC3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8734B48D-BF99-9311-6ACA-A7120AC84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2CAB11A5-74D9-EC94-0993-8CC93AE0B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8C3592F1-E8A7-F449-9B0B-DC359BAA7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5D34D746-8E85-FFFE-EE8E-6C903B055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519BF6AC-6C24-280F-9E02-EF0E0A9F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49A29D92-E096-863D-5ECF-1C78B50F4A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6376A65-4AFB-6403-467C-6EB5CF889A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D763E270-151F-4462-36F8-4BAF18B02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8225F414-F55F-4040-4EC7-F279298218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7E67C77D-5454-1530-6D5B-ADAE21E0A7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50211723-7733-4049-6D5C-8C95D3F8D4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D2D9D6AD-BE05-20F8-8BB0-A9CA925B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0ABF7278-D5BD-C606-7FA5-BDF6C5DE4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304C579-1B9D-85C4-6575-574477D91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EB73C28-0B53-3526-9564-073D883B5F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1711FBC-D23A-4B39-46B7-7183EFE79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4C9DB897-9F42-F85C-1822-F8E3F04F9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7231055B-A8A2-5091-8605-EC7F3E220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76DBDE5-65B3-2E0D-0644-FCEBB957B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EEF27451-4555-70F0-019C-3D59552D9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5ABD0840-26AF-88AC-AA44-25EFA82F5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8AF72CB-9214-D984-C9F9-21AAA1131A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DE403B6-B8D9-816D-91C6-EA4B92CB7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13777F28-67A6-ED63-2CB1-2767C72B6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B6252AA-7942-ABD6-F84E-4B9D8D2B6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5510E067-77A6-C704-341E-4220A9660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EFCB422F-EA54-5B8A-0BF6-51AE0823A0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4301CDB9-85FC-70E4-76D1-7933C3CBC9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0D667-9064-60F8-DB78-D4D25AC33C95}"/>
              </a:ext>
            </a:extLst>
          </p:cNvPr>
          <p:cNvSpPr txBox="1"/>
          <p:nvPr/>
        </p:nvSpPr>
        <p:spPr>
          <a:xfrm>
            <a:off x="4507832" y="1539875"/>
            <a:ext cx="61026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Definindo um bom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Dois pontos principais que determinam se o design de um site é bom ou ruim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Usabilidade: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Que se concentra na funcionalidade, na apresentação eficaz das informações e na eficiência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Perspectiva puramente estética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Se concentra no valor artístico e no apelo visual do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se prendem a usabilidade e se esquecem da estética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Enquanto outros se preocupam com a estética e esquecem a usabilidade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22708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07CC86-1768-BF64-CCF4-6C8B8496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CBFA55D-5CDE-7C61-CDA4-53DC69470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C090CCEB-3AC6-DE31-6069-266681E97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8D284C1-E308-F638-E357-D0761925A1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7894BE4-5AC2-E16B-B9D1-49899731D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4D3A5507-DFC7-3D0C-307E-B02F4E89B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97FFC10D-47CB-3FB8-BF7E-DAB2312BE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304BC37-4261-F94E-87E7-A61157A0E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FF558D13-70AF-DEF8-2B32-770731074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182C7BFF-58C7-B36B-E456-3053B08EEB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84A98E6B-B3E2-1205-5AAE-FC8CAC7EE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5A091A6-B3F7-C8E2-8B7B-239CD273DA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E464A25E-85A5-37E4-364A-D1DF16E79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AEC02E-F6B4-B17D-D350-2437D0EA8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B305B4F-A441-E860-DBBA-18BF277B38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DD349346-C223-D191-84F2-4D3EB369D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14C1FDE-2ECA-8025-B33F-42BDA870D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1A490219-BF4A-5D77-3FFB-13C6900B9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3806495-7E7A-77E0-2FD2-CE6FC198B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98E8C588-CCAB-1846-810B-FF6207D42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7985E3CD-83E3-C6C5-ECDA-436BA903B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70EF245-77D5-F7ED-C67B-568F0A46CA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477498D6-A2F3-1E23-E8E2-E27396FE2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65B8B20E-73D7-E7B3-EAC0-E331EC2DF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B66686F6-5263-70DB-CA13-520E2BE073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520B61B-5523-3BE8-B7C8-C2B0C8902A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0E8D179B-2944-D1D9-299F-0FFDEBC880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B5160F79-FCFA-8704-275F-1547BB1C9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746041B6-6A07-F089-2B62-035C6F693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8220C80-1A37-9172-63B7-45B5E5907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431B2F3E-3B8F-BA00-398A-1F834A592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5678502B-C269-BE9C-2CAC-197A9E74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68F6D970-0E5A-790C-3EEE-A0797E672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CA054F50-173E-4822-A633-E568F834C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81BA9483-1ABD-F1D9-C4FB-B45F3CF373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7953DCE7-49E6-48A7-D979-49A2309346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4FF319D-F16D-5E47-99E5-534979BB00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B8BFE08C-A7E4-84BC-5B13-00304C1AA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4842C9A-CF12-1277-AFF8-552A789AD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D57BC30-3FEB-228F-A58C-E6BC0F1E27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2D9922E-F012-7C6A-8BA0-C88B0E7564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E9ABE984-29E2-0F91-D717-745C6B5DD5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04D840FA-7D48-A9E9-E9C1-962706671E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B20AB7BB-27BE-16E5-7B62-2C40A3A7C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DC8E625-0373-FFCA-6B95-1CACF7543394}"/>
              </a:ext>
            </a:extLst>
          </p:cNvPr>
          <p:cNvSpPr txBox="1"/>
          <p:nvPr/>
        </p:nvSpPr>
        <p:spPr>
          <a:xfrm>
            <a:off x="4507832" y="1539875"/>
            <a:ext cx="61026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usuários devem ficar satisfeitos com o design e também serem atraídos pelo conteúdo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que funcione e apresente bem as informações, mas que seja feio ou não combine com a marca do cliente, ninguém vai querer usá-lo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bonito, mas difícil de usar ou inacessível, as pessoas irão embora</a:t>
            </a:r>
          </a:p>
        </p:txBody>
      </p:sp>
    </p:spTree>
    <p:extLst>
      <p:ext uri="{BB962C8B-B14F-4D97-AF65-F5344CB8AC3E}">
        <p14:creationId xmlns:p14="http://schemas.microsoft.com/office/powerpoint/2010/main" val="2221272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5BDFE6-31E4-CFFF-5AD8-C006EC857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452CCA0-3B36-F798-8510-35BBF49BA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0805A591-C1B1-6AC6-D0B8-450732797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498F38E7-DCCE-A7C0-D1B3-0CD1B8D4C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696DCE5-68AC-73C7-FEA5-70CF61EA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64268BE5-B777-9698-541C-8826E39612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FF56CABB-EF94-202D-045F-03249C817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9EA8B1D-F5DF-4F56-06B8-C09CBB450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28E50096-3227-DAAF-1EE0-4EE26F5EA2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1E8C019-D0EA-1DB0-3A21-5EEDB2BB2B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6733BEC-67C9-AF1E-00A6-FD0D93C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78861C76-4230-FA89-64E5-CE11C0586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600D9190-9B8A-942F-3C57-4435AB4F0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5C229AF-7BDE-C4F3-7F7A-A57A29D58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B32754DE-7E8B-2D47-5D15-CC587F999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E75B13A-2AB1-559D-66B7-D6760F4982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317F0FB9-2565-8CA8-061C-48BD401F20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E91A8F33-0223-195B-C971-52D06F62A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FAA7C75-28BA-EE02-E29F-A7834E0E2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CBDFA614-4313-226E-35C4-9A40DB451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6615405B-2A2C-2E09-1D08-C92AEEFAE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C045EA2-870E-4D6B-00FD-D23957B8A0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CB6AC8-AEE7-0F14-5931-5A5B3A8BED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A7A38BDF-C297-FF3F-0DDA-45D110F0B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425BA05-CDA4-2CAF-D38B-0D9F4F73F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57B2282-818B-2379-55DB-D1BD53BD9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B439853D-3F4C-1527-E95C-D6A538D43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EEF671D2-6A74-E586-F69A-D729F418B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08B7CDD-94F8-A792-8896-438509832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3455E5AB-957A-0A51-C580-8D2DC3B7F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9B6BB526-0DB7-9D24-F14E-5DD018136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DAD6E2E-0972-B2B0-B75D-DEC28EDC1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F8639E03-C28B-9622-C5B4-1D06C78C1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D99ADAA-B62E-0404-5535-275CEFB23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EFC3BBB-C1B9-4F9B-D269-424DEE487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6FCB8415-48C2-54E7-93FB-A0C131882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1BCCC85-E1A4-02F2-1B51-F052DA84E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5AA0299-C5ED-35F0-D496-A4067ECAF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DF33A631-0C0E-263B-1443-17E95D0ECF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4822DF2F-B95E-81F2-2A24-6D914C6870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0F71EC9C-3609-ED76-9F53-34BAD2513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902C58D-EC75-933E-D7D0-D18F9946E7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DB8D600B-4287-A626-1440-BF53A35B1C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F7109D3-D8D9-1B6C-7B2C-DD8E146BA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B8F9C839-BEDC-446A-FC6C-9C1CDA702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175" y="930062"/>
            <a:ext cx="6274995" cy="465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13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0F50-6784-6D32-8D0E-F1E0621D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739341D-CF2A-122C-9DD9-F4728B9D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BB894BD-6E4F-CB6E-B19D-D5A07EDD3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E537EFCA-8183-5E08-DC0C-83D4E46DE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D0D14EC6-30BC-6FA4-C649-3ED24015D5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2372BCAF-3C23-E2C2-EA70-93A19340BA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895A095-AC83-48F3-B7A6-7C318BDB7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2A040DB-4551-0D40-4D00-152244DBA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F47B29E-5871-A5F8-4E90-9A800FC4B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228511DF-1B04-6981-A41F-764C509BC2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915A5E7-B473-B5BD-2C31-6446F61EF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F438998F-A945-0382-398D-4CFD62ADB5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DB8F9CB3-FF8E-E46C-801B-DEEFA639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517E737-A762-6644-9F19-8839352FD8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FF99075E-D349-2091-DC80-BFCB5E4E48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0D791015-3F01-A93C-4B4C-C517B4B05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9E5B352-321D-7DC5-1D39-45EECC562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314847A-A641-29FB-DC48-90B36D51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913192DD-A018-AC04-E34D-F76B655D1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E95C3F37-6A47-2E44-DE8D-52987EB19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F3895B1C-628C-2396-B2F4-46D8062F8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81D71CD-9248-5850-7D8D-045CE41B0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595CF43-EECF-0AA4-9E52-2D8F23AE2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CE483A74-5FCC-D81A-EA3B-9EA7FEA2F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40480FD-42E8-B4DD-26BC-C8BF4A8D8B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454C67C7-AEAC-4074-90B5-7C5E5FF5D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7164C6B2-3479-EB1E-9EC4-4F9A31A87C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1A41D046-7DDE-095B-8213-A4ED0C73F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4311DD4B-F1D6-D964-66C0-393996C9D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ADCCF75-E472-6B88-5081-1863A96DA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519CEE0-B4CA-7719-D682-5B768B3CE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06B2227-7B1D-3D6A-D85F-FEF178740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BE67A644-3085-6BBF-AE20-D27DED3D3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E37D881-929E-0258-C006-658FB590A6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674AA5AA-C99D-8E04-8855-168F5A6D9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F23007C-D067-5066-53CC-8693EE1CC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3B2D3CA-3872-7FEF-AA72-5FB0BA7A1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96DA796-E0F8-EA43-A72F-FA7A37B3C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6AC149E-1B4F-F82C-6758-2E990E7270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A9C216B9-50B7-A850-92B5-FE25D19A6D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3A298CA9-B847-A796-D935-C68556D401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CBC6F35B-25D2-589D-AFC5-1A32D73A1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7B6C1107-8353-5E74-B898-9A5C157D9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AD9B58E7-E55E-D4DF-5806-CA779AEE2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8D31E8-24CF-51D1-9942-DEC7B75B533C}"/>
              </a:ext>
            </a:extLst>
          </p:cNvPr>
          <p:cNvSpPr txBox="1"/>
          <p:nvPr/>
        </p:nvSpPr>
        <p:spPr>
          <a:xfrm>
            <a:off x="4507832" y="1539875"/>
            <a:ext cx="610265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Mesmo que haja uma diferença drástica entre o layout da página inicial e o restante do site, um tema ou estilo coeso deve existir em todas as páginas do site para ajudar a manter a unidade do design.</a:t>
            </a:r>
          </a:p>
        </p:txBody>
      </p:sp>
    </p:spTree>
    <p:extLst>
      <p:ext uri="{BB962C8B-B14F-4D97-AF65-F5344CB8AC3E}">
        <p14:creationId xmlns:p14="http://schemas.microsoft.com/office/powerpoint/2010/main" val="2223619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2EC22A-E69B-B333-0AFD-BB79DA4BD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exploração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5881BAC-BD74-3177-909F-AC6F04BEC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338" y="618518"/>
            <a:ext cx="7031387" cy="579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4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991336-CF09-EA0C-7AC5-5285F536A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2A5949-D31C-C0E8-9A99-232CEE861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Bloco de </a:t>
            </a:r>
            <a:r>
              <a:rPr lang="pt-BR" dirty="0" err="1"/>
              <a:t>Conteiner</a:t>
            </a:r>
            <a:endParaRPr lang="pt-BR" dirty="0"/>
          </a:p>
          <a:p>
            <a:pPr lvl="1"/>
            <a:r>
              <a:rPr lang="pt-BR" dirty="0"/>
              <a:t>Toda página web tem um contêiner</a:t>
            </a:r>
          </a:p>
          <a:p>
            <a:pPr lvl="1"/>
            <a:r>
              <a:rPr lang="pt-BR" dirty="0"/>
              <a:t>A largura do contêiner pode ser fluida ou fixa</a:t>
            </a:r>
          </a:p>
        </p:txBody>
      </p:sp>
    </p:spTree>
    <p:extLst>
      <p:ext uri="{BB962C8B-B14F-4D97-AF65-F5344CB8AC3E}">
        <p14:creationId xmlns:p14="http://schemas.microsoft.com/office/powerpoint/2010/main" val="2985819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412D4-2AC4-CC33-D082-141D8E9D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5BBD4-6FD3-61D8-83F5-4C5D8A82D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839595-1BEC-C778-A3AC-E528E9985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Logotipo</a:t>
            </a:r>
          </a:p>
          <a:p>
            <a:r>
              <a:rPr lang="pt-BR" dirty="0"/>
              <a:t>Quando os designers se referem a uma identidade, estão se referindo ao logotipo e às cores que existem nas diversas formas de marketing de uma empresa, como cartões de visita, papel timbrado, brochuras e assim por diante. </a:t>
            </a:r>
          </a:p>
          <a:p>
            <a:r>
              <a:rPr lang="pt-BR" dirty="0"/>
              <a:t>O bloco de identidade que aparece no site deve conter o logotipo ou nome da empresa e ficar no topo de cada página do site. </a:t>
            </a:r>
          </a:p>
          <a:p>
            <a:r>
              <a:rPr lang="pt-BR" dirty="0"/>
              <a:t>O bloqueio de identidade aumenta o reconhecimento da marca ao mesmo tempo que informa aos usuários que as páginas que estão visualizando fazem parte de um único site.</a:t>
            </a:r>
          </a:p>
        </p:txBody>
      </p:sp>
    </p:spTree>
    <p:extLst>
      <p:ext uri="{BB962C8B-B14F-4D97-AF65-F5344CB8AC3E}">
        <p14:creationId xmlns:p14="http://schemas.microsoft.com/office/powerpoint/2010/main" val="3635692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3267D-278C-70C4-9536-1D4607DE6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CA0C63-ABF9-280F-FCEE-859780D4A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61CFE7-EF6A-ADE1-2173-B16CFED68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Navegação</a:t>
            </a:r>
          </a:p>
          <a:p>
            <a:r>
              <a:rPr lang="pt-BR" dirty="0"/>
              <a:t>É essencial que o sistema de navegação do site seja fácil de encontrar e usar. Os usuários esperam ver a navegação logo no topo da página. Se você planeja usar menus verticais na lateral da página ou um menu horizontal na página, a navegação deve ser o mais próximo possível do topo do layout. No mínimo, todos os itens principais de navegação devem aparecer “acima da dobra”.</a:t>
            </a:r>
          </a:p>
        </p:txBody>
      </p:sp>
    </p:spTree>
    <p:extLst>
      <p:ext uri="{BB962C8B-B14F-4D97-AF65-F5344CB8AC3E}">
        <p14:creationId xmlns:p14="http://schemas.microsoft.com/office/powerpoint/2010/main" val="3206772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31AC-7588-CAC2-261F-0B131DAB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A08E5D-077D-45DD-1500-1FB0842AA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84F848-0F87-1B07-7BA9-A1925C3FE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Acima da dobra</a:t>
            </a:r>
          </a:p>
          <a:p>
            <a:r>
              <a:rPr lang="pt-BR" dirty="0"/>
              <a:t>A dobra, como muitos designers a chamam, é onde o conteúdo de uma página termina antes que os usuários rolem para baixo.</a:t>
            </a:r>
          </a:p>
          <a:p>
            <a:r>
              <a:rPr lang="pt-BR" dirty="0"/>
              <a:t>Essa metáfora deriva da dobra em um jornal. Se você olhar para a capa de um jornal dobrado, a maioria das manchetes e das notícias mais importantes aparecem na metade superior, para que as notícias mais importantes possam ser vistas rapidamente quando o jornal está dobrado. A localização da dobra em uma página da web depende das dimensões do navegador e da resolução da tela do usuário.</a:t>
            </a:r>
          </a:p>
        </p:txBody>
      </p:sp>
    </p:spTree>
    <p:extLst>
      <p:ext uri="{BB962C8B-B14F-4D97-AF65-F5344CB8AC3E}">
        <p14:creationId xmlns:p14="http://schemas.microsoft.com/office/powerpoint/2010/main" val="1825849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3B60-9668-3562-9DAD-9B52AA44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7B415-2CA9-3540-9338-01067BED1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E835A8-22C8-E586-C04E-04BD2CACF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Conteúdo</a:t>
            </a:r>
          </a:p>
          <a:p>
            <a:r>
              <a:rPr lang="pt-BR" dirty="0"/>
              <a:t>O conteúdo é rei. O conteúdo consiste em qualquer texto, imagem ou vídeo encontrado em um site. Um visitante típico entra e sai de um site em questão de segundos. Se os visitantes não conseguirem encontrar o que procuram, certamente fecharão o navegador ou irão para outro site.</a:t>
            </a:r>
          </a:p>
          <a:p>
            <a:r>
              <a:rPr lang="pt-BR" dirty="0"/>
              <a:t>É importante manter o bloco de conteúdo principal como o ponto focal de um design, para que os visitantes possam examinar a página em busca das informações de que precisam.</a:t>
            </a:r>
          </a:p>
        </p:txBody>
      </p:sp>
    </p:spTree>
    <p:extLst>
      <p:ext uri="{BB962C8B-B14F-4D97-AF65-F5344CB8AC3E}">
        <p14:creationId xmlns:p14="http://schemas.microsoft.com/office/powerpoint/2010/main" val="3853950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CF40C-90E9-174F-0FA0-BB4E9538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DF54AF-B759-D8AB-89F9-733285552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ABE019-6A13-0B0F-8E17-62A414044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Rodapé</a:t>
            </a:r>
          </a:p>
          <a:p>
            <a:r>
              <a:rPr lang="pt-BR" dirty="0"/>
              <a:t>Localizado na parte inferior da página, o rodapé geralmente contém informações sobre direitos autorais, contato e legais, bem como alguns links para as seções principais do site. Ao separar o conteúdo final da parte inferior da janela do navegador, o rodapé deve indicar aos usuários que eles estão na parte inferior da página.</a:t>
            </a:r>
          </a:p>
        </p:txBody>
      </p:sp>
    </p:spTree>
    <p:extLst>
      <p:ext uri="{BB962C8B-B14F-4D97-AF65-F5344CB8AC3E}">
        <p14:creationId xmlns:p14="http://schemas.microsoft.com/office/powerpoint/2010/main" val="27789558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7322F-24CA-6936-A462-9EB49B1F7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36968-63A2-62AA-F30A-37C53DD0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28DE91-672E-126D-DB12-8F943D49A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dirty="0"/>
              <a:t>Espaço em branco</a:t>
            </a:r>
          </a:p>
          <a:p>
            <a:r>
              <a:rPr lang="pt-BR" dirty="0"/>
              <a:t>O termo de design gráfico espaço em branco (ou espaço negativo) refere-se literalmente a qualquer área de uma página sem texto ou ilustrações. Embora muitos web designers iniciantes (e a maioria dos clientes) sintam a </a:t>
            </a:r>
            <a:r>
              <a:rPr lang="pt-BR"/>
              <a:t>necessidade de </a:t>
            </a:r>
            <a:r>
              <a:rPr lang="pt-BR" dirty="0"/>
              <a:t>preencher cada centímetro de uma página da web com fotos, texto, tabelas e dados, o espaço vazio em uma página é tão importante quanto o conteúdo. Sem um espaço em branco cuidadosamente planejado, um design parecerá fechado, como uma sala lotada. O espaço em branco ajuda um design a respirar, guiando o olhar do usuário pela página, mas também ajuda a criar equilíbrio e unidade </a:t>
            </a:r>
          </a:p>
        </p:txBody>
      </p:sp>
    </p:spTree>
    <p:extLst>
      <p:ext uri="{BB962C8B-B14F-4D97-AF65-F5344CB8AC3E}">
        <p14:creationId xmlns:p14="http://schemas.microsoft.com/office/powerpoint/2010/main" val="2731958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B1A2CA-41D6-10A0-4FC9-68F929FA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086F91-C1AD-8560-4DC9-382A71C26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É essencial no design de sites</a:t>
            </a:r>
          </a:p>
          <a:p>
            <a:r>
              <a:rPr lang="pt-BR" dirty="0"/>
              <a:t>Usar uma grade é mais do que simplesmente deixar os elementos da página quadrados e alinhados: trata-se também de proporção</a:t>
            </a:r>
          </a:p>
          <a:p>
            <a:r>
              <a:rPr lang="pt-BR" dirty="0"/>
              <a:t>Proporção áurea -&gt; Φ (</a:t>
            </a:r>
            <a:r>
              <a:rPr lang="pt-BR" dirty="0" err="1"/>
              <a:t>phi</a:t>
            </a:r>
            <a:r>
              <a:rPr lang="pt-BR" dirty="0"/>
              <a:t>) = 1,618... São considerados esteticamente agradáveis</a:t>
            </a:r>
          </a:p>
          <a:p>
            <a:r>
              <a:rPr lang="pt-BR" dirty="0"/>
              <a:t>Usado para criar layouts de páginas, pôsteres e brochuras</a:t>
            </a:r>
          </a:p>
        </p:txBody>
      </p:sp>
    </p:spTree>
    <p:extLst>
      <p:ext uri="{BB962C8B-B14F-4D97-AF65-F5344CB8AC3E}">
        <p14:creationId xmlns:p14="http://schemas.microsoft.com/office/powerpoint/2010/main" val="912736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833-F9C1-B97B-8FFE-10B51BDA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33708B-D926-F4C0-6FFA-4B545CE3C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C98ECB-5D56-6AEE-B700-A40953F4B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8" cy="3541714"/>
          </a:xfrm>
        </p:spPr>
        <p:txBody>
          <a:bodyPr/>
          <a:lstStyle/>
          <a:p>
            <a:r>
              <a:rPr lang="pt-BR" dirty="0"/>
              <a:t>Este girassol é um exemplo da proporção áurea na natureza. O diâmetro do centro do girassol é o diâmetro total do girassol, incluindo as pétalas, dividido por Φ.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B65601-6214-3852-81CE-B2EEEB563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621" y="1202528"/>
            <a:ext cx="4384542" cy="478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846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F44B9-B8DF-89EA-08DB-6D6CC1A48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regra dos terços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024FDD-DBC1-9D40-AA09-FBE9252CF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Desenhar um retângulo</a:t>
            </a:r>
          </a:p>
          <a:p>
            <a:r>
              <a:rPr lang="pt-BR" dirty="0"/>
              <a:t>Dividir em terços horizontal e verticalmente</a:t>
            </a:r>
          </a:p>
          <a:p>
            <a:r>
              <a:rPr lang="pt-BR" dirty="0"/>
              <a:t>Desenhar uma linha entre cada linha vertical para criar seis colunas para trabalhar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7B6976E-A5D6-DD59-6264-29850C16CA65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CFDEAE-0C55-507C-0D50-A985A5F50A64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3CFEB99-BBC6-8A95-3EC2-A9CC04DCE0D3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38197D5B-7EAC-8929-80F1-163272833462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8C0B2815-CE8C-7BF2-9477-945ADDD12F1D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AB01B1B6-8EFC-4758-BAE9-4C84240919E9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C3B3FA1D-08A7-F911-AE16-8DBD6FD152FE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723DC533-495A-6948-0A93-D0BCA27E317E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57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6AF65-6AE1-128B-56FC-157F13A85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5BCB78-1027-A363-0DB5-ADC9A50D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772FB5-F187-5C2B-A4B9-0C1279D5D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Organizar os elementos dentro do terço</a:t>
            </a:r>
          </a:p>
          <a:p>
            <a:r>
              <a:rPr lang="pt-BR" dirty="0"/>
              <a:t>Criar blocos de conteúdo e seu posicionamento da página</a:t>
            </a:r>
          </a:p>
          <a:p>
            <a:r>
              <a:rPr lang="pt-BR" dirty="0"/>
              <a:t>Colocar primeiro o bloco maior representando o conteúdo</a:t>
            </a:r>
          </a:p>
          <a:p>
            <a:r>
              <a:rPr lang="pt-BR" dirty="0"/>
              <a:t>Colocar o bloco de navegação e o bloco de identidade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3E25898-3871-7633-DF66-FD691C4E55F7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D6BC02-6143-3477-1F90-1712CF59AE57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43916E6F-938F-64FF-4148-5C29EA2F1A74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AD4DDBFE-9E75-BD6A-6FF5-CE4A6CDA807F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F2863DB6-53FD-0901-8384-0146D4F7E5EF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361ED767-1737-3736-9F96-76DC1B893B85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015A4BD4-DDA8-6304-950A-85507354744D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F7A6BEF-BCBD-9638-D62D-7A76CED18642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74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DFF82-A693-7770-E457-6283D4DA2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E52FE4-A73D-0C3B-4EC1-6477012DD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5FB5D2B8-B858-411D-77CE-0BD49352C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E44C51E-64FE-635E-9822-1ED40FD29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19137"/>
            <a:ext cx="53530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626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7263DA-80E5-95DA-5CC0-AE56AB72B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86338D-3B1E-D757-0449-06F42FA4E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Assim como os objetos físicos tem peso, os elementos de um layout também o têm.</a:t>
            </a:r>
          </a:p>
          <a:p>
            <a:r>
              <a:rPr lang="pt-BR" dirty="0"/>
              <a:t>Se os elementos em ambos os lados de um layout tiverem o mesmo peso, eles se equilibram</a:t>
            </a:r>
          </a:p>
          <a:p>
            <a:r>
              <a:rPr lang="pt-BR" dirty="0"/>
              <a:t>Equilíbrio visual simétrico e assimétrico</a:t>
            </a:r>
          </a:p>
        </p:txBody>
      </p:sp>
    </p:spTree>
    <p:extLst>
      <p:ext uri="{BB962C8B-B14F-4D97-AF65-F5344CB8AC3E}">
        <p14:creationId xmlns:p14="http://schemas.microsoft.com/office/powerpoint/2010/main" val="22560890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34B4-6BF6-AB53-379B-AEBFF849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2EF742-9FC6-7297-74F0-5CA16E976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C26E5-1884-E1F9-7502-97116218A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Os elementos de uma composição são iguais em ambos os lados de uma linha de eixo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FA9A74-7852-674D-CA6A-870B15506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774" y="1824037"/>
            <a:ext cx="5113759" cy="338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208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D9E0-0DA9-BC55-91EB-7F51E5FD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D25DAB-FBDE-A081-46E4-6177871B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E0E6870-1B5C-E2D5-99CB-BDD73BC5FC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Observe como as figuras masculina e feminina são semelhantes em posição e proporção. Até mesmo as caixas sombreadas do fundo são imagens espelhadas uma da outra.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33905CF-DA47-F583-0817-0F54088A2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824037"/>
            <a:ext cx="4667250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110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58E83E-7878-128C-1188-9F57499DE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A6CA818-DEBE-76A3-97F1-757EBC465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 fontScale="92500" lnSpcReduction="10000"/>
          </a:bodyPr>
          <a:lstStyle/>
          <a:p>
            <a:r>
              <a:rPr lang="pt-BR" sz="1800" dirty="0"/>
              <a:t>Exemplo de equilíbrio assimétrico é mostrado na figura ao lado. </a:t>
            </a:r>
          </a:p>
          <a:p>
            <a:r>
              <a:rPr lang="pt-BR" sz="1800" dirty="0"/>
              <a:t>Em vez de imagens espelhadas em ambos os lados do layout, o equilíbrio assimétrico envolve objetos de tamanho, forma, tom ou posicionamento diferentes. </a:t>
            </a:r>
          </a:p>
          <a:p>
            <a:r>
              <a:rPr lang="pt-BR" sz="1800" dirty="0"/>
              <a:t>Esses objetos são organizados de forma que, apesar de suas diferenças, eles equalizem o peso da página;</a:t>
            </a:r>
          </a:p>
          <a:p>
            <a:r>
              <a:rPr lang="pt-BR" sz="1800" dirty="0"/>
              <a:t>Por exemplo, se você tiver um objeto grande de um lado da página e o combinar com vários itens menores do outro lado, a composição ainda pode parecer equilibrada.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3D70CEF-40C3-A986-D05F-310C1B585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49" y="1733549"/>
            <a:ext cx="4753919" cy="32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76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2923F-FAD9-6552-18DC-FDCE07F8A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6F7191-F457-7364-46D7-90D62D86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2BCB69-106C-AC81-9789-8C07EEB79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/>
          </a:bodyPr>
          <a:lstStyle/>
          <a:p>
            <a:r>
              <a:rPr lang="pt-BR" dirty="0"/>
              <a:t>Observe essas pedras ao lado</a:t>
            </a:r>
          </a:p>
          <a:p>
            <a:r>
              <a:rPr lang="pt-BR" dirty="0"/>
              <a:t>Se você usasse um pedaço de papel para cobrir qualquer uma das três pedras abaixo, toda a fotografia pareceria desequilibrada e incompleta. </a:t>
            </a:r>
            <a:endParaRPr lang="pt-BR" sz="18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6508BAE-FEE8-1D2E-4AF8-BBCFF4C14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637" y="1905000"/>
            <a:ext cx="5052391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611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52CA98-16BC-5869-39CD-463B57F42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5E352E-DC90-10FF-F364-EECF57DC2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teoria do design descreve a unidade como a forma como os diferentes elementos de uma composição interagem entre si</a:t>
            </a:r>
          </a:p>
          <a:p>
            <a:r>
              <a:rPr lang="pt-BR" dirty="0"/>
              <a:t>É aquele que funciona como um todo, em vez de ser identificado como peças separadas</a:t>
            </a:r>
          </a:p>
          <a:p>
            <a:r>
              <a:rPr lang="pt-BR" dirty="0"/>
              <a:t>A semelhança de suas formas permite que sejam reconhecidos como um grupo, em vez de quatro elementos distintos</a:t>
            </a:r>
          </a:p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</p:txBody>
      </p:sp>
    </p:spTree>
    <p:extLst>
      <p:ext uri="{BB962C8B-B14F-4D97-AF65-F5344CB8AC3E}">
        <p14:creationId xmlns:p14="http://schemas.microsoft.com/office/powerpoint/2010/main" val="13599196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7CD33-F0C9-9A22-C193-3312ADBE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448F8-7C33-2535-1C33-139895B8A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3AEEEC-7CAE-2583-16C0-D7F74C969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5919129" cy="4722977"/>
          </a:xfrm>
        </p:spPr>
        <p:txBody>
          <a:bodyPr/>
          <a:lstStyle/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  <a:p>
            <a:r>
              <a:rPr lang="pt-BR" dirty="0"/>
              <a:t>Podemos usar duas abordagens</a:t>
            </a:r>
          </a:p>
          <a:p>
            <a:pPr lvl="1"/>
            <a:r>
              <a:rPr lang="pt-BR" dirty="0"/>
              <a:t>Proximidade e</a:t>
            </a:r>
          </a:p>
          <a:p>
            <a:pPr lvl="1"/>
            <a:r>
              <a:rPr lang="pt-BR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634C29A-3E83-227B-4A58-1CB124668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541" y="1847760"/>
            <a:ext cx="49720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7582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D781B-E991-9DFD-75E2-14CD35A4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9E6B44-74E6-18D9-538C-9A734F5AD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670895-5618-2B62-52E7-47512054E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35469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  <a:p>
            <a:r>
              <a:rPr lang="pt-BR" dirty="0"/>
              <a:t>Colocar objetos próximos uns dos outros em um layout cria um ponto focal para o qual o olhar será atraído</a:t>
            </a:r>
          </a:p>
          <a:p>
            <a:r>
              <a:rPr lang="pt-BR" dirty="0"/>
              <a:t>Praticamos o conceito de proximidade na Web quando começamos a definir margens e preenchimento para elementos</a:t>
            </a:r>
          </a:p>
          <a:p>
            <a:r>
              <a:rPr lang="pt-BR" dirty="0"/>
              <a:t>Por exemplo, quando defino as regras de estilo CSS para sites, geralmente altero a margem padrão que existe entre elementos HTML comuns, como títulos (h1, h2, h3…), parágrafos, citações em bloco e até imagens. Ao alterar esses valores, posso fazer com que mais ou menos espaço apareça entre os elementos, criando assim grupos.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53270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30B8A-61DE-0FED-50BF-BD2DDCD2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B8606-6468-ACB1-EACD-CFA4ED9B1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7612E4-5DE1-2843-0D79-15679B05F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6C9B401-F47A-1481-3BD3-26D49789C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451" y="1828800"/>
            <a:ext cx="8782050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05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F92D-8C91-1AA6-F63A-DDF3AA92A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838B29-24DF-5298-ED14-F1C4DDDE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9D5287-4B87-AF29-2DA4-86EA5869D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39CFAF0-4853-4EC8-480D-9DBB6AD8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09" y="1636053"/>
            <a:ext cx="9267825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762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AAC5B-F23C-6479-32F0-6A798D172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C3B4C-3595-1EC6-221D-57716578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E1DE98-D8EB-80FE-8824-8A83B1607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  <a:p>
            <a:r>
              <a:rPr lang="pt-BR" dirty="0"/>
              <a:t>A repetição de cores, formas, texturas ou objetos semelhantes ajuda a unir o design de uma página da web, fazendo com que pareça uma unidade coesa</a:t>
            </a:r>
          </a:p>
          <a:p>
            <a:r>
              <a:rPr lang="pt-BR" dirty="0"/>
              <a:t>A repetição é frequentemente usada em designs de sites para unificar elementos do layout</a:t>
            </a:r>
          </a:p>
          <a:p>
            <a:r>
              <a:rPr lang="pt-BR" dirty="0"/>
              <a:t>O marcador que precede cada item da lista é um indicador visual de que os itens com marcadores fazem parte de um todo</a:t>
            </a:r>
          </a:p>
          <a:p>
            <a:r>
              <a:rPr lang="pt-BR" dirty="0"/>
              <a:t>Padrões e texturas repetidos também podem ajudar a unificar um design</a:t>
            </a:r>
          </a:p>
        </p:txBody>
      </p:sp>
    </p:spTree>
    <p:extLst>
      <p:ext uri="{BB962C8B-B14F-4D97-AF65-F5344CB8AC3E}">
        <p14:creationId xmlns:p14="http://schemas.microsoft.com/office/powerpoint/2010/main" val="8179691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4235-6EE6-F7E8-3D59-FBB3ED89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8D04AB-9763-C707-6A9E-67591E2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114D88-ACE5-37C0-953F-1B042E5C3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519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4F88DA6-6507-424C-74A7-595DD26AD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88541"/>
            <a:ext cx="8991600" cy="33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057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344D5-0E97-EC18-7BA0-A005B1EF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D267D-8072-0112-B84C-E298E7466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3DED74-B28F-CEB5-DF92-238B479C4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r>
              <a:rPr lang="pt-BR" dirty="0"/>
              <a:t>Em vez de focar na combinação dos vários elementos de um design, a ênfase consiste em fazer com que um recurso específico atraia a atenção do observador</a:t>
            </a:r>
          </a:p>
          <a:p>
            <a:r>
              <a:rPr lang="pt-BR" dirty="0"/>
              <a:t>Ao projetar o layout de uma página da web, você frequentemente identifica um item no conteúdo, ou no próprio layout, que deseja destacar</a:t>
            </a:r>
          </a:p>
          <a:p>
            <a:r>
              <a:rPr lang="pt-BR" dirty="0"/>
              <a:t>Pode ser um botão para clicar ou uma mensagem de erro para lerem</a:t>
            </a:r>
          </a:p>
          <a:p>
            <a:r>
              <a:rPr lang="pt-BR" dirty="0"/>
              <a:t>Um método para alcançar essa ênfase é transformar esse elemento em um ponto focal</a:t>
            </a:r>
          </a:p>
          <a:p>
            <a:r>
              <a:rPr lang="pt-BR" dirty="0"/>
              <a:t>Assim como com a unidade, existem alguns métodos comprovados para alcançar um ponto focal</a:t>
            </a:r>
          </a:p>
        </p:txBody>
      </p:sp>
    </p:spTree>
    <p:extLst>
      <p:ext uri="{BB962C8B-B14F-4D97-AF65-F5344CB8AC3E}">
        <p14:creationId xmlns:p14="http://schemas.microsoft.com/office/powerpoint/2010/main" val="839320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2BEA-C132-07DF-6BA6-518981E5F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B3F7BE-B9B0-9056-5F0B-A86585A2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7222C5-16B5-5414-0B67-1DBEBAE6B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Posicionamento</a:t>
            </a:r>
          </a:p>
          <a:p>
            <a:r>
              <a:rPr lang="pt-BR" dirty="0"/>
              <a:t>O centro exato de uma composição é o ponto para o qual os usuários olham primeiro e, normalmente, é o local mais forte para produzir ênfase</a:t>
            </a:r>
          </a:p>
          <a:p>
            <a:r>
              <a:rPr lang="pt-BR" dirty="0"/>
              <a:t>Quanto mais distante do centro um elemento estiver, menor a probabilidade de ser notado primeiro</a:t>
            </a:r>
          </a:p>
          <a:p>
            <a:r>
              <a:rPr lang="pt-BR" dirty="0"/>
              <a:t>O canto superior esquerdo da página também tende a exigir muita atenção daqueles que leem da esquerda para a direita e percorrem a página de cima para baixo</a:t>
            </a:r>
          </a:p>
        </p:txBody>
      </p:sp>
    </p:spTree>
    <p:extLst>
      <p:ext uri="{BB962C8B-B14F-4D97-AF65-F5344CB8AC3E}">
        <p14:creationId xmlns:p14="http://schemas.microsoft.com/office/powerpoint/2010/main" val="13880403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7FFAF-C364-4EE6-A21B-C3FFA658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E618E-AD09-5870-2A2D-86C7B7E6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E8EFD5-D820-8A02-11B1-4D1CB490D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925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Quando nossos olhos começam a se mover em uma direção, eles tendem a continuar nesse caminho até que um elemento mais dominante apareça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396E551-9181-9A08-42A0-37B984A87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399" y="2794958"/>
            <a:ext cx="7820025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932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F5E1D-EC85-98C5-62AE-92C74CCA3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D40515-9BC0-3306-E3E0-7264EA3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CF58DE-23EA-2CB0-4B75-177008EF1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A borda esquerda dos títulos, textos e imagens colocados em uma página da web forma uma linha vertical na lateral esquerda da página antes que qualquer estilo seja aplicado</a:t>
            </a:r>
          </a:p>
          <a:p>
            <a:r>
              <a:rPr lang="pt-BR" dirty="0"/>
              <a:t>Uma maneira simples de aproveitar ainda mais esse conceito é alinhar os elementos às linhas da sua grade</a:t>
            </a:r>
          </a:p>
        </p:txBody>
      </p:sp>
    </p:spTree>
    <p:extLst>
      <p:ext uri="{BB962C8B-B14F-4D97-AF65-F5344CB8AC3E}">
        <p14:creationId xmlns:p14="http://schemas.microsoft.com/office/powerpoint/2010/main" val="40331181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B6576-888D-4E21-D4AC-FEA04A0AE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8EFB23-6C35-AAA4-B954-26B814113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610092-E71D-6BFE-FFA0-B0A963BB0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656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09B64DE-9CA1-C3C9-D0A2-D41241294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505" y="1664179"/>
            <a:ext cx="8026990" cy="4676236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86AC591-809D-D64B-4E29-6BDED03C6928}"/>
              </a:ext>
            </a:extLst>
          </p:cNvPr>
          <p:cNvCxnSpPr/>
          <p:nvPr/>
        </p:nvCxnSpPr>
        <p:spPr>
          <a:xfrm>
            <a:off x="1561381" y="3062389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04B9BB61-A7E1-FCA4-166B-437C26414154}"/>
              </a:ext>
            </a:extLst>
          </p:cNvPr>
          <p:cNvCxnSpPr/>
          <p:nvPr/>
        </p:nvCxnSpPr>
        <p:spPr>
          <a:xfrm>
            <a:off x="1561381" y="4482873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31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0A6E2-60B2-A712-39F6-431CD7BC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7414D-E16E-F980-856A-4A60C17B7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D61AA3-03C9-27E4-1F73-3AC0EC6AA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899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Isolamento</a:t>
            </a:r>
          </a:p>
          <a:p>
            <a:r>
              <a:rPr lang="pt-BR" dirty="0"/>
              <a:t>Um item que se destaca do seu entorno tende a chamar a atenção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D2688B7-9BAA-B6DF-25C7-5E3A89B80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79" y="2590619"/>
            <a:ext cx="3971186" cy="291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158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5621E-1F5E-CA79-90F7-C459DC15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9B425-92C6-E703-B9C4-3E312D7BB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AB7F7-1B3F-705D-C428-DF1E64F9A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  <a:p>
            <a:r>
              <a:rPr lang="pt-BR" dirty="0"/>
              <a:t>É definido como a justaposição de elementos gráficos diferentes e é o método mais comum usado para criar ênfase em um layout</a:t>
            </a:r>
          </a:p>
          <a:p>
            <a:r>
              <a:rPr lang="pt-BR" dirty="0"/>
              <a:t>Quanto maior a diferença entre um elemento gráfico e seu entorno, mais esse elemento se destacará</a:t>
            </a:r>
          </a:p>
          <a:p>
            <a:r>
              <a:rPr lang="pt-BR" dirty="0"/>
              <a:t>O contraste pode ser criado usando diferenças de cor, tamanho e forma</a:t>
            </a:r>
          </a:p>
        </p:txBody>
      </p:sp>
    </p:spTree>
    <p:extLst>
      <p:ext uri="{BB962C8B-B14F-4D97-AF65-F5344CB8AC3E}">
        <p14:creationId xmlns:p14="http://schemas.microsoft.com/office/powerpoint/2010/main" val="20799243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7E23-7EB7-8F34-96CC-6C187713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F94828-0128-98A0-1EEF-69D7B86D4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5CC414-F984-0964-E8FF-09D1DC105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174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B000F0-0A06-BFEF-9370-87D49E735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727" y="1597324"/>
            <a:ext cx="8979369" cy="493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9598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3F26-A2E0-A375-34E8-9F0F0F3E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452FAB-B4BE-2294-FF99-6622A39B2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3B1856-AB46-A842-2F3B-66A34A425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  <a:p>
            <a:r>
              <a:rPr lang="pt-BR" dirty="0"/>
              <a:t>É um princípio de design que tem a ver com as diferenças na escala dos objetos</a:t>
            </a:r>
          </a:p>
          <a:p>
            <a:r>
              <a:rPr lang="pt-BR" dirty="0"/>
              <a:t>Se colocarmos um objeto em um ambiente de escala menor do que o próprio objeto, ele parecerá maior do que na vida real, e vice-versa</a:t>
            </a:r>
          </a:p>
          <a:p>
            <a:r>
              <a:rPr lang="pt-BR" dirty="0"/>
              <a:t>Essa diferença de proporção chama a atenção do observador para o objeto, pois ele parece deslocado naquele contexto</a:t>
            </a:r>
          </a:p>
        </p:txBody>
      </p:sp>
    </p:spTree>
    <p:extLst>
      <p:ext uri="{BB962C8B-B14F-4D97-AF65-F5344CB8AC3E}">
        <p14:creationId xmlns:p14="http://schemas.microsoft.com/office/powerpoint/2010/main" val="2153860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D53F-68D1-4510-8F66-285176D2A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C32BB3-E710-3769-8FAD-9E9DCA131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FCC96C-DB08-0C47-6A5E-83061ACD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570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9106C6B-48B8-4DFB-277A-25987E9C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07" y="1619070"/>
            <a:ext cx="8102810" cy="479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7642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098F-6D6E-A587-46BA-D1B9E600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96A7E7-F060-AF2E-AA25-513E86440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0D9CF8-E3D8-2071-6FE9-67B72BA02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r>
              <a:rPr lang="pt-BR" dirty="0"/>
              <a:t>Criar ênfase no seu design não é apenas a chave para fazer com que sua chamada para ação se destaque. É também como guiamos o olhar do visitante pela página</a:t>
            </a:r>
          </a:p>
          <a:p>
            <a:r>
              <a:rPr lang="pt-BR" dirty="0"/>
              <a:t>Você pode sugerir uma ordem a ser seguida pelos visitantes</a:t>
            </a:r>
          </a:p>
          <a:p>
            <a:r>
              <a:rPr lang="pt-BR" dirty="0"/>
              <a:t>Por exemplo, ao combinar as </a:t>
            </a:r>
            <a:r>
              <a:rPr lang="pt-BR" i="1" dirty="0" err="1"/>
              <a:t>tags</a:t>
            </a:r>
            <a:r>
              <a:rPr lang="pt-BR" dirty="0"/>
              <a:t> de título h1 a h6 com um nível respectivo de ênfase visual, você pode fornecer uma visão semelhante do que é visualmente importante na página para mecanismos de busca e visitantes com deficiência visual</a:t>
            </a:r>
          </a:p>
        </p:txBody>
      </p:sp>
    </p:spTree>
    <p:extLst>
      <p:ext uri="{BB962C8B-B14F-4D97-AF65-F5344CB8AC3E}">
        <p14:creationId xmlns:p14="http://schemas.microsoft.com/office/powerpoint/2010/main" val="865915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3B27A-DA49-C952-E5B8-C4DD4A52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4FF3E1-3C24-2933-AEDB-B93EE112C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 possibilidades de layouts são infinitas</a:t>
            </a:r>
          </a:p>
          <a:p>
            <a:r>
              <a:rPr lang="pt-BR" dirty="0"/>
              <a:t>Dependendo dos objetivos, somente algumas fazem sentido</a:t>
            </a:r>
          </a:p>
          <a:p>
            <a:r>
              <a:rPr lang="pt-BR" dirty="0"/>
              <a:t>Por isso vemos configurações de identidade, navegação e conteúdo repetidamente</a:t>
            </a:r>
          </a:p>
          <a:p>
            <a:r>
              <a:rPr lang="pt-BR" dirty="0"/>
              <a:t>Veremos três layouts comuns e suas vantagens e desvantagens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4823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38C6-5256-E353-C00C-C413B729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197330-9487-95E7-7604-2CA225FE5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61D81D-2BB8-C849-06C7-A75D2A393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esquerda</a:t>
            </a:r>
          </a:p>
          <a:p>
            <a:r>
              <a:rPr lang="pt-BR" dirty="0"/>
              <a:t>Padrão consagrado</a:t>
            </a:r>
          </a:p>
          <a:p>
            <a:r>
              <a:rPr lang="pt-BR" dirty="0"/>
              <a:t>Nem sempre é o bloco de navegação principal</a:t>
            </a:r>
          </a:p>
          <a:p>
            <a:r>
              <a:rPr lang="pt-BR" dirty="0"/>
              <a:t>Divide o layout abaixo do cabeçalho em uma coluna da esquerda estreita e uma coluna da direita larga</a:t>
            </a:r>
          </a:p>
          <a:p>
            <a:r>
              <a:rPr lang="pt-BR" dirty="0"/>
              <a:t>Escolha segura para a maioria dos projetos</a:t>
            </a:r>
          </a:p>
          <a:p>
            <a:r>
              <a:rPr lang="pt-BR" dirty="0"/>
              <a:t>Podem parecer pouco criativos (tendem a fica parecidos)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63117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89CB2-57E8-F15E-1F24-86BC1C552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876109-A75A-BCC5-FB73-D248E53F8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1C42173-0C0D-41C7-DDE2-ABAC6FCCB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637" y="1246067"/>
            <a:ext cx="935355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5692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54C7-2966-253E-C71E-7C84F859F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9D89CA-3BB6-338B-3B5C-BB268998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C1C3E8-A352-A607-F90E-57446F3C5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direita</a:t>
            </a:r>
          </a:p>
          <a:p>
            <a:r>
              <a:rPr lang="pt-BR" dirty="0"/>
              <a:t>O mais comum é colocar a publicidade e o conteúdo secundário à direita</a:t>
            </a:r>
          </a:p>
          <a:p>
            <a:r>
              <a:rPr lang="pt-BR" dirty="0"/>
              <a:t>No exemplo da imagem a seguir a navegação secundária está à direita, mas a quatro cliques da página inicial.</a:t>
            </a:r>
          </a:p>
          <a:p>
            <a:r>
              <a:rPr lang="pt-BR" dirty="0"/>
              <a:t>À esquerda ou à direita depende da quantidade e do tipo de conteúdo</a:t>
            </a:r>
          </a:p>
          <a:p>
            <a:r>
              <a:rPr lang="pt-BR" dirty="0"/>
              <a:t>Os visitantes cada vez mais procuram o conteúdo à esquerda</a:t>
            </a:r>
          </a:p>
        </p:txBody>
      </p:sp>
    </p:spTree>
    <p:extLst>
      <p:ext uri="{BB962C8B-B14F-4D97-AF65-F5344CB8AC3E}">
        <p14:creationId xmlns:p14="http://schemas.microsoft.com/office/powerpoint/2010/main" val="5949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CEC60-6639-884B-8630-A5675690A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9F3746-D29E-38F5-6512-81F41F73A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ADE1EB9-DFCA-A329-ED1C-D432E331B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82" y="1187120"/>
            <a:ext cx="7285996" cy="479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1329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4AF55-B98F-E93A-8E6B-44534DBA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D5EDDE2D-0146-0868-1C44-C9E5CA2D2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091" y="3213788"/>
            <a:ext cx="5162550" cy="319087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2F72A4F-A10D-ADF4-2320-7FA2962BD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3F5831-67AA-BFA8-ADBC-51810DE1A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em três colunas</a:t>
            </a:r>
          </a:p>
          <a:p>
            <a:r>
              <a:rPr lang="pt-BR" dirty="0"/>
              <a:t>Nesse caso, o espaço em branco é essencial para não deixar o layout confuso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FB49CB0-E511-4E42-4E6C-9E33FED7C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2" y="2161636"/>
            <a:ext cx="559117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705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Vetores de Codigo cor gradiente - Baixe vetores grátis de alta qualidade do  Freepik | Freepik">
            <a:extLst>
              <a:ext uri="{FF2B5EF4-FFF2-40B4-BE49-F238E27FC236}">
                <a16:creationId xmlns:a16="http://schemas.microsoft.com/office/drawing/2014/main" id="{71DF606C-6B3A-15F0-3419-748F1FA60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342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ECBA7C2-2739-644D-DE2A-F288AF3EC4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pt-BR" dirty="0"/>
              <a:t>cores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8EB3B0-8AE1-76A4-70BF-3E23CF9A20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14286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396C54-9B69-E5AD-E70D-60AF8A6B5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5AFA55-EBBC-0B56-F9FE-EC7AFF618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Um erro pode ser fatal</a:t>
            </a:r>
          </a:p>
          <a:p>
            <a:r>
              <a:rPr lang="pt-BR" dirty="0"/>
              <a:t>Não é uma tarefa fácil</a:t>
            </a:r>
          </a:p>
          <a:p>
            <a:r>
              <a:rPr lang="pt-BR" dirty="0"/>
              <a:t>Considerações estéticas, de identidade e de usabilidade</a:t>
            </a:r>
          </a:p>
          <a:p>
            <a:r>
              <a:rPr lang="pt-BR" dirty="0"/>
              <a:t>Monitores modernos conseguem exibir mais de 16M de cores</a:t>
            </a:r>
          </a:p>
          <a:p>
            <a:r>
              <a:rPr lang="pt-BR" dirty="0"/>
              <a:t>Não existe cor errada para usar</a:t>
            </a:r>
          </a:p>
          <a:p>
            <a:r>
              <a:rPr lang="pt-BR"/>
              <a:t>O sucesso de um esquema de cores depende da harmonia que existe entre todas as cores que você escolher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38085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5190D-2DBC-9258-1BEC-7FD9650C5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27DD9C-9B3B-531C-D070-86D6BF1D5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psicologia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7EBC22-0A5D-A910-A15B-2C01C0FB4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Estudo dedicado à análise dos efeitos emocionais e comportamentais produzidos pelas cores e suas combinações</a:t>
            </a:r>
          </a:p>
          <a:p>
            <a:r>
              <a:rPr lang="pt-BR" dirty="0"/>
              <a:t>Como fazer visitantes do site gastar mais dinheiro</a:t>
            </a:r>
          </a:p>
          <a:p>
            <a:r>
              <a:rPr lang="pt-BR" dirty="0"/>
              <a:t>Como transformar um quarto num refúgio zen</a:t>
            </a:r>
          </a:p>
          <a:p>
            <a:r>
              <a:rPr lang="pt-BR" dirty="0"/>
              <a:t>Como pedir uma porção extra grande</a:t>
            </a:r>
          </a:p>
          <a:p>
            <a:r>
              <a:rPr lang="pt-BR" dirty="0"/>
              <a:t>Definidas por experiência individual</a:t>
            </a:r>
          </a:p>
          <a:p>
            <a:r>
              <a:rPr lang="pt-BR" dirty="0"/>
              <a:t>Muitas culturas tem associações e interpretações diferentes</a:t>
            </a:r>
          </a:p>
        </p:txBody>
      </p:sp>
    </p:spTree>
    <p:extLst>
      <p:ext uri="{BB962C8B-B14F-4D97-AF65-F5344CB8AC3E}">
        <p14:creationId xmlns:p14="http://schemas.microsoft.com/office/powerpoint/2010/main" val="14837512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B5AD3-C4B5-D2EC-017A-B535E725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980569-2A9E-EE01-E13D-228094E20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F851B-BB7E-C7D8-6098-82BE75C88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4722977"/>
          </a:xfrm>
        </p:spPr>
        <p:txBody>
          <a:bodyPr>
            <a:normAutofit fontScale="92500"/>
          </a:bodyPr>
          <a:lstStyle/>
          <a:p>
            <a:r>
              <a:rPr lang="pt-BR" dirty="0"/>
              <a:t>VERMELHO</a:t>
            </a:r>
          </a:p>
          <a:p>
            <a:r>
              <a:rPr lang="pt-BR" dirty="0"/>
              <a:t>Tem a reputação de estimular a adrenalina e a pressão arterial, além de ser conhecida por acelerar o metabolismo humano</a:t>
            </a:r>
          </a:p>
          <a:p>
            <a:r>
              <a:rPr lang="pt-BR" dirty="0"/>
              <a:t>Também é a cor da paixão</a:t>
            </a:r>
          </a:p>
          <a:p>
            <a:r>
              <a:rPr lang="pt-BR" dirty="0"/>
              <a:t>Tons mais escuros de vermelho, como o bordô e o marrom-avermelhado, transmitem uma sensação de requinte e indulgência</a:t>
            </a:r>
          </a:p>
          <a:p>
            <a:r>
              <a:rPr lang="pt-BR" dirty="0"/>
              <a:t>Considere essas cores ao projetar qualquer coisa para entusiastas de vinho ou apreciadores do bom gosto.</a:t>
            </a:r>
          </a:p>
          <a:p>
            <a:r>
              <a:rPr lang="pt-BR" dirty="0"/>
              <a:t>Os tons terrosos de vermelho são associados ao outono e à época da colheita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953D224-A826-B130-AC28-83A0953D9B50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36277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3891B-96EE-50AC-C982-11A81AAAD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C28AB4-BE76-2142-43C7-F8BB055B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F55839-B27F-2019-2D05-F611F672A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LARANJA</a:t>
            </a:r>
          </a:p>
          <a:p>
            <a:r>
              <a:rPr lang="pt-BR" dirty="0"/>
              <a:t>O laranja é uma cor ativa e energética</a:t>
            </a:r>
          </a:p>
          <a:p>
            <a:r>
              <a:rPr lang="pt-BR" dirty="0"/>
              <a:t>Promove a felicidade e represente o sol, o entusiasmo e a criatividade</a:t>
            </a:r>
          </a:p>
          <a:p>
            <a:r>
              <a:rPr lang="pt-BR" dirty="0"/>
              <a:t>É mais informal e menos corporativa do que o vermelho</a:t>
            </a:r>
          </a:p>
          <a:p>
            <a:r>
              <a:rPr lang="pt-BR" dirty="0"/>
              <a:t>É relativamente rara na natureza, ela tende a chamar a nossa atenção quando a vemos</a:t>
            </a:r>
          </a:p>
          <a:p>
            <a:r>
              <a:rPr lang="pt-BR" dirty="0"/>
              <a:t>É frequentemente usada em objetos que exigem alta visibilidade, como coletes salva-vidas, cones de trânsito e coletes de caça</a:t>
            </a:r>
          </a:p>
          <a:p>
            <a:r>
              <a:rPr lang="pt-BR" dirty="0"/>
              <a:t>Também estimula o metabolismo e o apetite. Ótima cor para promover alimentos e culinária</a:t>
            </a:r>
          </a:p>
          <a:p>
            <a:r>
              <a:rPr lang="pt-BR" dirty="0"/>
              <a:t>Provavelmente é por isso que a imagem de uma tangerina está lhe dando fome, mesmo que você não goste de frutas cítricas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1ACF381-55F3-900F-38A1-AFB590EDBB65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 descr="Muda de Tangerina Dekopon – Frutos Gigantes">
            <a:extLst>
              <a:ext uri="{FF2B5EF4-FFF2-40B4-BE49-F238E27FC236}">
                <a16:creationId xmlns:a16="http://schemas.microsoft.com/office/drawing/2014/main" id="{E547D8F1-FCE6-5B41-8F8D-4BFC1C6C656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24220" y="-665666"/>
            <a:ext cx="3467780" cy="346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146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7CABD-1D84-A174-4437-3C12FF4E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086A6-1321-46F4-E501-17EADD27B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5EB0EF-1CFD-6183-FA30-69745E515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AMARELO</a:t>
            </a:r>
          </a:p>
          <a:p>
            <a:r>
              <a:rPr lang="pt-BR" dirty="0"/>
              <a:t>É uma cor ativa e, por ser altamente visível, é frequentemente usado em táxis e placas de advertência</a:t>
            </a:r>
          </a:p>
          <a:p>
            <a:r>
              <a:rPr lang="pt-BR" dirty="0"/>
              <a:t>Está associado à felicidade</a:t>
            </a:r>
          </a:p>
          <a:p>
            <a:r>
              <a:rPr lang="pt-BR" dirty="0"/>
              <a:t>Os sabores originais de laranja e limão-lima da Gatorade ainda são os produtos mais vendidos da marca; isso provavelmente se deve — pelo menos em parte — às características energéticas associadas às cores laranja e amarelo.</a:t>
            </a:r>
          </a:p>
          <a:p>
            <a:r>
              <a:rPr lang="pt-BR" dirty="0"/>
              <a:t>Amarelo em excesso pode ser opressivo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4433731-6050-9ED1-6931-8CE9B6C18FB6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65847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178CD-B7D1-0698-4648-A59B27616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847931-EA58-B6E8-8552-42C47812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C48D6F-43B2-C1D5-84C3-65E4041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VERDE</a:t>
            </a:r>
          </a:p>
          <a:p>
            <a:r>
              <a:rPr lang="pt-BR" dirty="0"/>
              <a:t>É mais comumente associado à natureza</a:t>
            </a:r>
          </a:p>
          <a:p>
            <a:r>
              <a:rPr lang="pt-BR" dirty="0"/>
              <a:t>Cor calmante que simboliza crescimento, frescor e esperança</a:t>
            </a:r>
          </a:p>
          <a:p>
            <a:r>
              <a:rPr lang="pt-BR" dirty="0"/>
              <a:t>Visualmente, o verde é muito mais agradável aos olhos </a:t>
            </a:r>
          </a:p>
          <a:p>
            <a:r>
              <a:rPr lang="pt-BR" dirty="0"/>
              <a:t>É uma cor versátil que também pode representar riqueza, estabilidade e educação</a:t>
            </a:r>
          </a:p>
          <a:p>
            <a:r>
              <a:rPr lang="pt-BR" dirty="0"/>
              <a:t>Quando o verde brilhante é colocado sobre um fundo preto, ele realmente se destaca, dando ao design um toque tecnológico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5B6A5D6-69E9-719F-9968-FE093E4DCF52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30844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855B8-DE2F-0531-8F8C-360A667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9AB29-CB76-A14D-429E-8D3ED3842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E80C51-9CE9-8787-AEC3-616C58C48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AZUL</a:t>
            </a:r>
          </a:p>
          <a:p>
            <a:r>
              <a:rPr lang="pt-BR" dirty="0"/>
              <a:t>Frequentemente citado como uma cor universalmente amada</a:t>
            </a:r>
          </a:p>
          <a:p>
            <a:r>
              <a:rPr lang="pt-BR" dirty="0"/>
              <a:t>Em um nível sensorial, o azul simboliza abertura, inteligência e fé, e foi constatado que possui efeitos calmantes</a:t>
            </a:r>
          </a:p>
          <a:p>
            <a:r>
              <a:rPr lang="pt-BR" dirty="0"/>
              <a:t>Também foi constatado que o azul reduz o apetite</a:t>
            </a:r>
          </a:p>
          <a:p>
            <a:r>
              <a:rPr lang="pt-BR" dirty="0"/>
              <a:t>As vezes é visto como um símbolo de azar e problemas</a:t>
            </a:r>
          </a:p>
          <a:p>
            <a:r>
              <a:rPr lang="pt-BR" dirty="0"/>
              <a:t>Tem apelo universal devido à sua associação com o céu e o mar</a:t>
            </a:r>
          </a:p>
          <a:p>
            <a:r>
              <a:rPr lang="pt-BR" dirty="0"/>
              <a:t>Essa conexão visual torna o azul uma escolha óbvia para sites associados a companhias aéreas, ar-condicionado, filtros de piscina e cruzeiros</a:t>
            </a:r>
          </a:p>
          <a:p>
            <a:r>
              <a:rPr lang="pt-BR" dirty="0"/>
              <a:t>Também transmite uma sensação de estabilidade e clareza de propósito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6C2649D-36B3-9094-E1E9-77572AA8587B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86030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AECD9-4FF5-9F8C-E25F-2A6B9CE48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14D20A-0606-2C88-AD0B-42E4AC98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041131-5EBF-DA03-FF39-CFCEBB59B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ROXO</a:t>
            </a:r>
          </a:p>
          <a:p>
            <a:r>
              <a:rPr lang="pt-BR" dirty="0"/>
              <a:t>Historicamente, a cor roxa tem sido associada à realeza e ao poder</a:t>
            </a:r>
          </a:p>
          <a:p>
            <a:r>
              <a:rPr lang="pt-BR" dirty="0"/>
              <a:t>O roxo é frequentemente associado a flores, pedras preciosas e vinho</a:t>
            </a:r>
          </a:p>
          <a:p>
            <a:r>
              <a:rPr lang="pt-BR" dirty="0"/>
              <a:t>Ele equilibra a estimulação do vermelho e os efeitos calmantes do azul</a:t>
            </a:r>
          </a:p>
          <a:p>
            <a:r>
              <a:rPr lang="pt-BR" dirty="0"/>
              <a:t>O roxo é uma das cores menos usadas no design de sites</a:t>
            </a:r>
          </a:p>
          <a:p>
            <a:r>
              <a:rPr lang="pt-BR" dirty="0"/>
              <a:t>Se você está tentando criar um design de site que se destaque, considere usar um tom rico de roxo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F342DFD-F204-9E53-1394-76ADCA87734F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91480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93D50-1D7F-D2A1-E528-743E717FC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C8502A-989A-43CA-F9DB-95CF1199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E612A59-524E-E14E-F20F-C9642C52B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BRANCO</a:t>
            </a:r>
          </a:p>
          <a:p>
            <a:r>
              <a:rPr lang="pt-BR" dirty="0"/>
              <a:t>Nas culturas ocidentais, o branco é considerado a cor da perfeição, da luz e da pureza</a:t>
            </a:r>
          </a:p>
          <a:p>
            <a:r>
              <a:rPr lang="pt-BR" dirty="0"/>
              <a:t>Na cultura chinesa, o branco é uma cor tradicionalmente associada à morte e ao luto</a:t>
            </a:r>
          </a:p>
          <a:p>
            <a:r>
              <a:rPr lang="pt-BR" dirty="0"/>
              <a:t>Tente usar um fundo escuro com texto branco ou coloque um bloco de fundo branco em uma tela quase branca para destacá-lo. Usar cores de maneiras inesperadas pode criar um impacto ousado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432B28D-23BD-6F0C-D03B-855DC97E84C7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19513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C06EA-ED7D-1A36-6B00-E2FBCFF33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0EC5C7D-476F-C255-C7E1-91E89D30A7E0}"/>
              </a:ext>
            </a:extLst>
          </p:cNvPr>
          <p:cNvSpPr/>
          <p:nvPr/>
        </p:nvSpPr>
        <p:spPr>
          <a:xfrm>
            <a:off x="-3176" y="999858"/>
            <a:ext cx="10420806" cy="58581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0450EA3-2EDD-1368-6804-409E68273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329777-A2D5-DEEA-2AB2-799DE73C6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PRETO</a:t>
            </a:r>
          </a:p>
          <a:p>
            <a:r>
              <a:rPr lang="pt-BR" dirty="0">
                <a:solidFill>
                  <a:schemeClr val="bg1"/>
                </a:solidFill>
              </a:rPr>
              <a:t>Frequentemente sofra com conotações negativas, como morte e maldade</a:t>
            </a:r>
          </a:p>
          <a:p>
            <a:r>
              <a:rPr lang="pt-BR" dirty="0">
                <a:solidFill>
                  <a:schemeClr val="bg1"/>
                </a:solidFill>
              </a:rPr>
              <a:t>Também pode ser uma cor de poder, elegância e força</a:t>
            </a:r>
          </a:p>
          <a:p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4BE032A-87D3-DE09-298A-AAED7A464236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5955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0521133_TF22898775_Win32" id="{4D6974A7-200F-4D7A-9E77-8B84AEB0BF36}" vid="{276CB21F-6DB6-4182-83EC-82E4F1BCA4B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03EF818-EDF6-480C-9B86-0A3B979BCCF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8C32A8-E4D9-473C-833A-8950C6E7C0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518BD99-41E9-467C-9777-74587F83171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moderno</Template>
  <TotalTime>474</TotalTime>
  <Words>3281</Words>
  <Application>Microsoft Office PowerPoint</Application>
  <PresentationFormat>Widescreen</PresentationFormat>
  <Paragraphs>317</Paragraphs>
  <Slides>66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66</vt:i4>
      </vt:variant>
    </vt:vector>
  </HeadingPairs>
  <TitlesOfParts>
    <vt:vector size="70" baseType="lpstr">
      <vt:lpstr>Arial</vt:lpstr>
      <vt:lpstr>Calibri</vt:lpstr>
      <vt:lpstr>Tw Cen MT</vt:lpstr>
      <vt:lpstr>Circuito</vt:lpstr>
      <vt:lpstr>Design WEB</vt:lpstr>
      <vt:lpstr>Componentes DE DESIGN</vt:lpstr>
      <vt:lpstr>O Processo de Design</vt:lpstr>
      <vt:lpstr>DESCOBERTA</vt:lpstr>
      <vt:lpstr>DESCOBERTA</vt:lpstr>
      <vt:lpstr>DESCOBERTA</vt:lpstr>
      <vt:lpstr>DESCOBERTA</vt:lpstr>
      <vt:lpstr>EXPLORAÇÃO</vt:lpstr>
      <vt:lpstr>implementação</vt:lpstr>
      <vt:lpstr>implementação</vt:lpstr>
      <vt:lpstr>implementação</vt:lpstr>
      <vt:lpstr>implementação</vt:lpstr>
      <vt:lpstr>implementação</vt:lpstr>
      <vt:lpstr>exploração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Teoria da grade</vt:lpstr>
      <vt:lpstr>Teoria da grade</vt:lpstr>
      <vt:lpstr>A regra dos terços</vt:lpstr>
      <vt:lpstr>wireframes</vt:lpstr>
      <vt:lpstr>wireframes</vt:lpstr>
      <vt:lpstr>equilíbrio</vt:lpstr>
      <vt:lpstr>Equilíbrio simétrico</vt:lpstr>
      <vt:lpstr>Equilíbrio simétrico</vt:lpstr>
      <vt:lpstr>Equilíbrio assimétrico</vt:lpstr>
      <vt:lpstr>Equilíbrio assimétrico</vt:lpstr>
      <vt:lpstr>unidade</vt:lpstr>
      <vt:lpstr>unidade</vt:lpstr>
      <vt:lpstr>unidade</vt:lpstr>
      <vt:lpstr>unidade</vt:lpstr>
      <vt:lpstr>unidade</vt:lpstr>
      <vt:lpstr>unidade</vt:lpstr>
      <vt:lpstr>unidade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Layouts básicos</vt:lpstr>
      <vt:lpstr>Layouts básicos</vt:lpstr>
      <vt:lpstr>Layouts básicos</vt:lpstr>
      <vt:lpstr>Layouts básicos</vt:lpstr>
      <vt:lpstr>Layouts básicos</vt:lpstr>
      <vt:lpstr>Layouts básicos</vt:lpstr>
      <vt:lpstr>cores</vt:lpstr>
      <vt:lpstr>cores</vt:lpstr>
      <vt:lpstr>psicologia das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12</cp:revision>
  <dcterms:created xsi:type="dcterms:W3CDTF">2026-02-25T14:23:30Z</dcterms:created>
  <dcterms:modified xsi:type="dcterms:W3CDTF">2026-05-20T15:02:19Z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