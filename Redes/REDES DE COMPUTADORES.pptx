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62"/>
  </p:notesMasterIdLst>
  <p:handoutMasterIdLst>
    <p:handoutMasterId r:id="rId63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260" r:id="rId61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47" d="100"/>
          <a:sy n="47" d="100"/>
        </p:scale>
        <p:origin x="77" y="72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8-04T22:53:39.446" v="6095" actId="20577"/>
      <pc:docMkLst>
        <pc:docMk/>
      </pc:docMkLst>
      <pc:sldChg chg="modSp new mod">
        <pc:chgData name="Joel Teixeira Cunha" userId="195451ac3a5e8dfd" providerId="LiveId" clId="{9D99295D-09A0-459E-AFDA-61FAD528DEBC}" dt="2026-07-23T14:09:51.978" v="3283" actId="20577"/>
        <pc:sldMkLst>
          <pc:docMk/>
          <pc:sldMk cId="3793655364" sldId="304"/>
        </pc:sldMkLst>
        <pc:spChg chg="mod">
          <ac:chgData name="Joel Teixeira Cunha" userId="195451ac3a5e8dfd" providerId="LiveId" clId="{9D99295D-09A0-459E-AFDA-61FAD528DEBC}" dt="2026-07-23T14:09:51.978" v="3283" actId="20577"/>
          <ac:spMkLst>
            <pc:docMk/>
            <pc:sldMk cId="3793655364" sldId="304"/>
            <ac:spMk id="3" creationId="{C8B01E91-E4E0-9BA5-D2B0-67B55C15AB35}"/>
          </ac:spMkLst>
        </pc:spChg>
      </pc:sldChg>
      <pc:sldChg chg="modSp add mod">
        <pc:chgData name="Joel Teixeira Cunha" userId="195451ac3a5e8dfd" providerId="LiveId" clId="{9D99295D-09A0-459E-AFDA-61FAD528DEBC}" dt="2026-07-23T14:11:12.578" v="3334" actId="20577"/>
        <pc:sldMkLst>
          <pc:docMk/>
          <pc:sldMk cId="935552012" sldId="305"/>
        </pc:sldMkLst>
        <pc:spChg chg="mod">
          <ac:chgData name="Joel Teixeira Cunha" userId="195451ac3a5e8dfd" providerId="LiveId" clId="{9D99295D-09A0-459E-AFDA-61FAD528DEBC}" dt="2026-07-23T14:11:12.578" v="3334" actId="20577"/>
          <ac:spMkLst>
            <pc:docMk/>
            <pc:sldMk cId="935552012" sldId="305"/>
            <ac:spMk id="3" creationId="{ACE9F982-35CD-D3BE-7DD8-6F416CC8F15D}"/>
          </ac:spMkLst>
        </pc:spChg>
      </pc:sldChg>
      <pc:sldChg chg="modSp new mod">
        <pc:chgData name="Joel Teixeira Cunha" userId="195451ac3a5e8dfd" providerId="LiveId" clId="{9D99295D-09A0-459E-AFDA-61FAD528DEBC}" dt="2026-07-24T19:20:44.139" v="3691" actId="20577"/>
        <pc:sldMkLst>
          <pc:docMk/>
          <pc:sldMk cId="1796580746" sldId="306"/>
        </pc:sldMkLst>
        <pc:spChg chg="mod">
          <ac:chgData name="Joel Teixeira Cunha" userId="195451ac3a5e8dfd" providerId="LiveId" clId="{9D99295D-09A0-459E-AFDA-61FAD528DEBC}" dt="2026-07-24T19:17:21.060" v="3360" actId="20577"/>
          <ac:spMkLst>
            <pc:docMk/>
            <pc:sldMk cId="1796580746" sldId="306"/>
            <ac:spMk id="2" creationId="{928E456E-9974-9F6E-1925-890C5F815883}"/>
          </ac:spMkLst>
        </pc:spChg>
        <pc:spChg chg="mod">
          <ac:chgData name="Joel Teixeira Cunha" userId="195451ac3a5e8dfd" providerId="LiveId" clId="{9D99295D-09A0-459E-AFDA-61FAD528DEBC}" dt="2026-07-24T19:20:44.139" v="3691" actId="20577"/>
          <ac:spMkLst>
            <pc:docMk/>
            <pc:sldMk cId="1796580746" sldId="306"/>
            <ac:spMk id="3" creationId="{BB723020-C9E1-3D3E-015E-916522977CF7}"/>
          </ac:spMkLst>
        </pc:spChg>
      </pc:sldChg>
      <pc:sldChg chg="addSp delSp modSp add mod">
        <pc:chgData name="Joel Teixeira Cunha" userId="195451ac3a5e8dfd" providerId="LiveId" clId="{9D99295D-09A0-459E-AFDA-61FAD528DEBC}" dt="2026-08-04T22:03:24.827" v="3698" actId="1076"/>
        <pc:sldMkLst>
          <pc:docMk/>
          <pc:sldMk cId="3788522929" sldId="307"/>
        </pc:sldMkLst>
        <pc:picChg chg="add mod">
          <ac:chgData name="Joel Teixeira Cunha" userId="195451ac3a5e8dfd" providerId="LiveId" clId="{9D99295D-09A0-459E-AFDA-61FAD528DEBC}" dt="2026-08-04T22:03:24.827" v="3698" actId="1076"/>
          <ac:picMkLst>
            <pc:docMk/>
            <pc:sldMk cId="3788522929" sldId="307"/>
            <ac:picMk id="7" creationId="{DF0B3B46-488F-0919-2E31-DF3C39EDE853}"/>
          </ac:picMkLst>
        </pc:picChg>
      </pc:sldChg>
      <pc:sldChg chg="modSp add mod">
        <pc:chgData name="Joel Teixeira Cunha" userId="195451ac3a5e8dfd" providerId="LiveId" clId="{9D99295D-09A0-459E-AFDA-61FAD528DEBC}" dt="2026-08-04T22:08:15.257" v="4075" actId="20577"/>
        <pc:sldMkLst>
          <pc:docMk/>
          <pc:sldMk cId="3888856219" sldId="308"/>
        </pc:sldMkLst>
        <pc:spChg chg="mod">
          <ac:chgData name="Joel Teixeira Cunha" userId="195451ac3a5e8dfd" providerId="LiveId" clId="{9D99295D-09A0-459E-AFDA-61FAD528DEBC}" dt="2026-08-04T22:08:15.257" v="4075" actId="20577"/>
          <ac:spMkLst>
            <pc:docMk/>
            <pc:sldMk cId="3888856219" sldId="308"/>
            <ac:spMk id="3" creationId="{0CE7787B-7413-0521-931D-A0083073501E}"/>
          </ac:spMkLst>
        </pc:spChg>
      </pc:sldChg>
      <pc:sldChg chg="addSp delSp modSp add mod">
        <pc:chgData name="Joel Teixeira Cunha" userId="195451ac3a5e8dfd" providerId="LiveId" clId="{9D99295D-09A0-459E-AFDA-61FAD528DEBC}" dt="2026-08-04T22:32:50.993" v="4542" actId="22"/>
        <pc:sldMkLst>
          <pc:docMk/>
          <pc:sldMk cId="377226178" sldId="309"/>
        </pc:sldMkLst>
        <pc:spChg chg="mod">
          <ac:chgData name="Joel Teixeira Cunha" userId="195451ac3a5e8dfd" providerId="LiveId" clId="{9D99295D-09A0-459E-AFDA-61FAD528DEBC}" dt="2026-08-04T22:11:57.157" v="4540" actId="20577"/>
          <ac:spMkLst>
            <pc:docMk/>
            <pc:sldMk cId="377226178" sldId="309"/>
            <ac:spMk id="3" creationId="{AFAAAF7D-4FE8-7C8A-3AE5-C5A5DE62B1F3}"/>
          </ac:spMkLst>
        </pc:spChg>
      </pc:sldChg>
      <pc:sldChg chg="modSp add mod">
        <pc:chgData name="Joel Teixeira Cunha" userId="195451ac3a5e8dfd" providerId="LiveId" clId="{9D99295D-09A0-459E-AFDA-61FAD528DEBC}" dt="2026-08-04T22:36:54.268" v="4805" actId="20577"/>
        <pc:sldMkLst>
          <pc:docMk/>
          <pc:sldMk cId="2267116923" sldId="310"/>
        </pc:sldMkLst>
        <pc:spChg chg="mod">
          <ac:chgData name="Joel Teixeira Cunha" userId="195451ac3a5e8dfd" providerId="LiveId" clId="{9D99295D-09A0-459E-AFDA-61FAD528DEBC}" dt="2026-08-04T22:36:54.268" v="4805" actId="20577"/>
          <ac:spMkLst>
            <pc:docMk/>
            <pc:sldMk cId="2267116923" sldId="310"/>
            <ac:spMk id="3" creationId="{16ADDCE8-4D6D-F500-4876-182C221919D0}"/>
          </ac:spMkLst>
        </pc:spChg>
      </pc:sldChg>
      <pc:sldChg chg="modSp add mod">
        <pc:chgData name="Joel Teixeira Cunha" userId="195451ac3a5e8dfd" providerId="LiveId" clId="{9D99295D-09A0-459E-AFDA-61FAD528DEBC}" dt="2026-08-04T22:39:47.321" v="5116" actId="20577"/>
        <pc:sldMkLst>
          <pc:docMk/>
          <pc:sldMk cId="4170713381" sldId="311"/>
        </pc:sldMkLst>
        <pc:spChg chg="mod">
          <ac:chgData name="Joel Teixeira Cunha" userId="195451ac3a5e8dfd" providerId="LiveId" clId="{9D99295D-09A0-459E-AFDA-61FAD528DEBC}" dt="2026-08-04T22:39:47.321" v="5116" actId="20577"/>
          <ac:spMkLst>
            <pc:docMk/>
            <pc:sldMk cId="4170713381" sldId="311"/>
            <ac:spMk id="3" creationId="{B6699D3F-12A8-C771-4BE8-72A7A13E9EFA}"/>
          </ac:spMkLst>
        </pc:spChg>
      </pc:sldChg>
      <pc:sldChg chg="modSp add mod">
        <pc:chgData name="Joel Teixeira Cunha" userId="195451ac3a5e8dfd" providerId="LiveId" clId="{9D99295D-09A0-459E-AFDA-61FAD528DEBC}" dt="2026-08-04T22:42:41.335" v="5439" actId="20577"/>
        <pc:sldMkLst>
          <pc:docMk/>
          <pc:sldMk cId="3321898828" sldId="312"/>
        </pc:sldMkLst>
        <pc:spChg chg="mod">
          <ac:chgData name="Joel Teixeira Cunha" userId="195451ac3a5e8dfd" providerId="LiveId" clId="{9D99295D-09A0-459E-AFDA-61FAD528DEBC}" dt="2026-08-04T22:42:41.335" v="5439" actId="20577"/>
          <ac:spMkLst>
            <pc:docMk/>
            <pc:sldMk cId="3321898828" sldId="312"/>
            <ac:spMk id="3" creationId="{F9082003-8D04-F554-B74E-BFDEB041936A}"/>
          </ac:spMkLst>
        </pc:spChg>
      </pc:sldChg>
      <pc:sldChg chg="modSp add mod">
        <pc:chgData name="Joel Teixeira Cunha" userId="195451ac3a5e8dfd" providerId="LiveId" clId="{9D99295D-09A0-459E-AFDA-61FAD528DEBC}" dt="2026-08-04T22:44:30.395" v="5592" actId="20577"/>
        <pc:sldMkLst>
          <pc:docMk/>
          <pc:sldMk cId="2625125890" sldId="313"/>
        </pc:sldMkLst>
        <pc:spChg chg="mod">
          <ac:chgData name="Joel Teixeira Cunha" userId="195451ac3a5e8dfd" providerId="LiveId" clId="{9D99295D-09A0-459E-AFDA-61FAD528DEBC}" dt="2026-08-04T22:44:30.395" v="5592" actId="20577"/>
          <ac:spMkLst>
            <pc:docMk/>
            <pc:sldMk cId="2625125890" sldId="313"/>
            <ac:spMk id="3" creationId="{E06F2848-2FF1-B49C-BF23-98B1A760BFE9}"/>
          </ac:spMkLst>
        </pc:spChg>
      </pc:sldChg>
      <pc:sldChg chg="modSp add mod">
        <pc:chgData name="Joel Teixeira Cunha" userId="195451ac3a5e8dfd" providerId="LiveId" clId="{9D99295D-09A0-459E-AFDA-61FAD528DEBC}" dt="2026-08-04T22:47:44.738" v="5981" actId="20577"/>
        <pc:sldMkLst>
          <pc:docMk/>
          <pc:sldMk cId="1142326940" sldId="314"/>
        </pc:sldMkLst>
        <pc:spChg chg="mod">
          <ac:chgData name="Joel Teixeira Cunha" userId="195451ac3a5e8dfd" providerId="LiveId" clId="{9D99295D-09A0-459E-AFDA-61FAD528DEBC}" dt="2026-08-04T22:47:44.738" v="5981" actId="20577"/>
          <ac:spMkLst>
            <pc:docMk/>
            <pc:sldMk cId="1142326940" sldId="314"/>
            <ac:spMk id="3" creationId="{229D6C34-71D6-9C78-E2C4-73BABFE343C8}"/>
          </ac:spMkLst>
        </pc:spChg>
      </pc:sldChg>
      <pc:sldChg chg="modSp add mod">
        <pc:chgData name="Joel Teixeira Cunha" userId="195451ac3a5e8dfd" providerId="LiveId" clId="{9D99295D-09A0-459E-AFDA-61FAD528DEBC}" dt="2026-08-04T22:53:39.446" v="6095" actId="20577"/>
        <pc:sldMkLst>
          <pc:docMk/>
          <pc:sldMk cId="3792217234" sldId="315"/>
        </pc:sldMkLst>
        <pc:spChg chg="mod">
          <ac:chgData name="Joel Teixeira Cunha" userId="195451ac3a5e8dfd" providerId="LiveId" clId="{9D99295D-09A0-459E-AFDA-61FAD528DEBC}" dt="2026-08-04T22:53:39.446" v="6095" actId="20577"/>
          <ac:spMkLst>
            <pc:docMk/>
            <pc:sldMk cId="3792217234" sldId="315"/>
            <ac:spMk id="3" creationId="{11543264-492C-AD2C-FCAB-5CDD725DC939}"/>
          </ac:spMkLst>
        </pc:spChg>
      </pc:sldChg>
    </pc:docChg>
  </pc:docChgLst>
  <pc:docChgLst>
    <pc:chgData name="Joel Teixeira Cunha" userId="195451ac3a5e8dfd" providerId="LiveId" clId="{2A4D4AF3-9DC9-4CE5-AE1A-E96DDBF3EED9}"/>
    <pc:docChg chg="undo custSel addSld delSld modSld modMainMaster">
      <pc:chgData name="Joel Teixeira Cunha" userId="195451ac3a5e8dfd" providerId="LiveId" clId="{2A4D4AF3-9DC9-4CE5-AE1A-E96DDBF3EED9}" dt="2026-08-20T14:24:02.516" v="1888" actId="1076"/>
      <pc:docMkLst>
        <pc:docMk/>
      </pc:docMkLst>
      <pc:sldChg chg="addSp modSp new mod">
        <pc:chgData name="Joel Teixeira Cunha" userId="195451ac3a5e8dfd" providerId="LiveId" clId="{2A4D4AF3-9DC9-4CE5-AE1A-E96DDBF3EED9}" dt="2026-08-20T14:00:18.020" v="1563" actId="14100"/>
        <pc:sldMkLst>
          <pc:docMk/>
          <pc:sldMk cId="2733158575" sldId="316"/>
        </pc:sldMkLst>
        <pc:spChg chg="mod">
          <ac:chgData name="Joel Teixeira Cunha" userId="195451ac3a5e8dfd" providerId="LiveId" clId="{2A4D4AF3-9DC9-4CE5-AE1A-E96DDBF3EED9}" dt="2026-08-20T13:52:15.853" v="1080" actId="20577"/>
          <ac:spMkLst>
            <pc:docMk/>
            <pc:sldMk cId="2733158575" sldId="316"/>
            <ac:spMk id="2" creationId="{5D918B07-D4E0-374B-2F2B-566B4D09462D}"/>
          </ac:spMkLst>
        </pc:spChg>
        <pc:spChg chg="mod">
          <ac:chgData name="Joel Teixeira Cunha" userId="195451ac3a5e8dfd" providerId="LiveId" clId="{2A4D4AF3-9DC9-4CE5-AE1A-E96DDBF3EED9}" dt="2026-08-20T14:00:18.020" v="1563" actId="14100"/>
          <ac:spMkLst>
            <pc:docMk/>
            <pc:sldMk cId="2733158575" sldId="316"/>
            <ac:spMk id="3" creationId="{55F462E1-3E57-8FD7-3EAF-3F76B750C496}"/>
          </ac:spMkLst>
        </pc:spChg>
        <pc:picChg chg="add mod">
          <ac:chgData name="Joel Teixeira Cunha" userId="195451ac3a5e8dfd" providerId="LiveId" clId="{2A4D4AF3-9DC9-4CE5-AE1A-E96DDBF3EED9}" dt="2026-08-20T14:00:13.187" v="1562"/>
          <ac:picMkLst>
            <pc:docMk/>
            <pc:sldMk cId="2733158575" sldId="316"/>
            <ac:picMk id="4" creationId="{AF024ED5-1AF0-A4CB-04F7-1289AF797892}"/>
          </ac:picMkLst>
        </pc:picChg>
      </pc:sldChg>
      <pc:sldChg chg="modSp add mod">
        <pc:chgData name="Joel Teixeira Cunha" userId="195451ac3a5e8dfd" providerId="LiveId" clId="{2A4D4AF3-9DC9-4CE5-AE1A-E96DDBF3EED9}" dt="2026-08-20T14:02:26.287" v="1618" actId="6549"/>
        <pc:sldMkLst>
          <pc:docMk/>
          <pc:sldMk cId="2149750584" sldId="317"/>
        </pc:sldMkLst>
        <pc:spChg chg="mod">
          <ac:chgData name="Joel Teixeira Cunha" userId="195451ac3a5e8dfd" providerId="LiveId" clId="{2A4D4AF3-9DC9-4CE5-AE1A-E96DDBF3EED9}" dt="2026-08-20T14:02:26.287" v="1618" actId="6549"/>
          <ac:spMkLst>
            <pc:docMk/>
            <pc:sldMk cId="2149750584" sldId="317"/>
            <ac:spMk id="3" creationId="{6BDCAB86-F3FC-6F0C-CB9C-3D17ADF4D747}"/>
          </ac:spMkLst>
        </pc:spChg>
      </pc:sldChg>
      <pc:sldChg chg="modSp add mod">
        <pc:chgData name="Joel Teixeira Cunha" userId="195451ac3a5e8dfd" providerId="LiveId" clId="{2A4D4AF3-9DC9-4CE5-AE1A-E96DDBF3EED9}" dt="2026-08-20T14:05:15.477" v="1654" actId="20577"/>
        <pc:sldMkLst>
          <pc:docMk/>
          <pc:sldMk cId="2869903520" sldId="318"/>
        </pc:sldMkLst>
        <pc:spChg chg="mod">
          <ac:chgData name="Joel Teixeira Cunha" userId="195451ac3a5e8dfd" providerId="LiveId" clId="{2A4D4AF3-9DC9-4CE5-AE1A-E96DDBF3EED9}" dt="2026-08-20T14:05:15.477" v="1654" actId="20577"/>
          <ac:spMkLst>
            <pc:docMk/>
            <pc:sldMk cId="2869903520" sldId="318"/>
            <ac:spMk id="3" creationId="{FA770BFF-BD8D-81D8-E15D-C057EDD299D0}"/>
          </ac:spMkLst>
        </pc:spChg>
      </pc:sldChg>
      <pc:sldChg chg="modSp add mod">
        <pc:chgData name="Joel Teixeira Cunha" userId="195451ac3a5e8dfd" providerId="LiveId" clId="{2A4D4AF3-9DC9-4CE5-AE1A-E96DDBF3EED9}" dt="2026-08-20T14:12:11.588" v="1722" actId="20577"/>
        <pc:sldMkLst>
          <pc:docMk/>
          <pc:sldMk cId="1228248521" sldId="319"/>
        </pc:sldMkLst>
        <pc:spChg chg="mod">
          <ac:chgData name="Joel Teixeira Cunha" userId="195451ac3a5e8dfd" providerId="LiveId" clId="{2A4D4AF3-9DC9-4CE5-AE1A-E96DDBF3EED9}" dt="2026-08-20T14:12:11.588" v="1722" actId="20577"/>
          <ac:spMkLst>
            <pc:docMk/>
            <pc:sldMk cId="1228248521" sldId="319"/>
            <ac:spMk id="3" creationId="{D42E5233-CEB7-B163-4875-35DBF12F5E24}"/>
          </ac:spMkLst>
        </pc:spChg>
      </pc:sldChg>
      <pc:sldChg chg="modSp add mod">
        <pc:chgData name="Joel Teixeira Cunha" userId="195451ac3a5e8dfd" providerId="LiveId" clId="{2A4D4AF3-9DC9-4CE5-AE1A-E96DDBF3EED9}" dt="2026-08-20T14:14:46.342" v="1805" actId="20577"/>
        <pc:sldMkLst>
          <pc:docMk/>
          <pc:sldMk cId="3820146771" sldId="320"/>
        </pc:sldMkLst>
        <pc:spChg chg="mod">
          <ac:chgData name="Joel Teixeira Cunha" userId="195451ac3a5e8dfd" providerId="LiveId" clId="{2A4D4AF3-9DC9-4CE5-AE1A-E96DDBF3EED9}" dt="2026-08-20T14:14:46.342" v="1805" actId="20577"/>
          <ac:spMkLst>
            <pc:docMk/>
            <pc:sldMk cId="3820146771" sldId="320"/>
            <ac:spMk id="3" creationId="{581B1CEA-95AA-6922-BACE-ADF079EF8CCF}"/>
          </ac:spMkLst>
        </pc:spChg>
      </pc:sldChg>
      <pc:sldChg chg="addSp delSp modSp new mod">
        <pc:chgData name="Joel Teixeira Cunha" userId="195451ac3a5e8dfd" providerId="LiveId" clId="{2A4D4AF3-9DC9-4CE5-AE1A-E96DDBF3EED9}" dt="2026-08-20T14:21:23.764" v="1852" actId="20577"/>
        <pc:sldMkLst>
          <pc:docMk/>
          <pc:sldMk cId="980300009" sldId="321"/>
        </pc:sldMkLst>
        <pc:spChg chg="mod">
          <ac:chgData name="Joel Teixeira Cunha" userId="195451ac3a5e8dfd" providerId="LiveId" clId="{2A4D4AF3-9DC9-4CE5-AE1A-E96DDBF3EED9}" dt="2026-08-20T14:21:23.764" v="1852" actId="20577"/>
          <ac:spMkLst>
            <pc:docMk/>
            <pc:sldMk cId="980300009" sldId="321"/>
            <ac:spMk id="2" creationId="{D320D295-81D5-446A-ACC7-06BAA67E6E23}"/>
          </ac:spMkLst>
        </pc:spChg>
        <pc:spChg chg="del">
          <ac:chgData name="Joel Teixeira Cunha" userId="195451ac3a5e8dfd" providerId="LiveId" clId="{2A4D4AF3-9DC9-4CE5-AE1A-E96DDBF3EED9}" dt="2026-08-20T14:20:58.821" v="1807" actId="478"/>
          <ac:spMkLst>
            <pc:docMk/>
            <pc:sldMk cId="980300009" sldId="321"/>
            <ac:spMk id="3" creationId="{2EBDC01C-68F2-F0E1-A306-281E88AE82FA}"/>
          </ac:spMkLst>
        </pc:spChg>
        <pc:picChg chg="add mod">
          <ac:chgData name="Joel Teixeira Cunha" userId="195451ac3a5e8dfd" providerId="LiveId" clId="{2A4D4AF3-9DC9-4CE5-AE1A-E96DDBF3EED9}" dt="2026-08-20T14:21:12.187" v="1810" actId="1076"/>
          <ac:picMkLst>
            <pc:docMk/>
            <pc:sldMk cId="980300009" sldId="321"/>
            <ac:picMk id="5" creationId="{2FC25E0B-C292-8303-78AA-2B52BF69443D}"/>
          </ac:picMkLst>
        </pc:picChg>
      </pc:sldChg>
      <pc:sldChg chg="addSp delSp modSp new mod">
        <pc:chgData name="Joel Teixeira Cunha" userId="195451ac3a5e8dfd" providerId="LiveId" clId="{2A4D4AF3-9DC9-4CE5-AE1A-E96DDBF3EED9}" dt="2026-08-20T14:24:02.516" v="1888" actId="1076"/>
        <pc:sldMkLst>
          <pc:docMk/>
          <pc:sldMk cId="2912682521" sldId="322"/>
        </pc:sldMkLst>
        <pc:spChg chg="mod">
          <ac:chgData name="Joel Teixeira Cunha" userId="195451ac3a5e8dfd" providerId="LiveId" clId="{2A4D4AF3-9DC9-4CE5-AE1A-E96DDBF3EED9}" dt="2026-08-20T14:23:50.901" v="1884" actId="20577"/>
          <ac:spMkLst>
            <pc:docMk/>
            <pc:sldMk cId="2912682521" sldId="322"/>
            <ac:spMk id="2" creationId="{8E4BD435-008A-A119-7F99-BA5B78C10A22}"/>
          </ac:spMkLst>
        </pc:spChg>
        <pc:spChg chg="del">
          <ac:chgData name="Joel Teixeira Cunha" userId="195451ac3a5e8dfd" providerId="LiveId" clId="{2A4D4AF3-9DC9-4CE5-AE1A-E96DDBF3EED9}" dt="2026-08-20T14:23:55.352" v="1885" actId="478"/>
          <ac:spMkLst>
            <pc:docMk/>
            <pc:sldMk cId="2912682521" sldId="322"/>
            <ac:spMk id="3" creationId="{51EC37F3-1571-9A0F-0C95-87D72D474032}"/>
          </ac:spMkLst>
        </pc:spChg>
        <pc:picChg chg="add mod">
          <ac:chgData name="Joel Teixeira Cunha" userId="195451ac3a5e8dfd" providerId="LiveId" clId="{2A4D4AF3-9DC9-4CE5-AE1A-E96DDBF3EED9}" dt="2026-08-20T14:24:02.516" v="1888" actId="1076"/>
          <ac:picMkLst>
            <pc:docMk/>
            <pc:sldMk cId="2912682521" sldId="322"/>
            <ac:picMk id="5" creationId="{2945FA95-6A3E-047F-E376-B80C87BD7D6E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20/08/2026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20/08/2026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 anchor="t" anchorCtr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20/08/2026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94530" y="1828800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03A4D-7D3F-89DD-B866-6700531E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anel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A48964-43B1-6C3F-8E72-F17651638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999184" cy="3678303"/>
          </a:xfrm>
        </p:spPr>
        <p:txBody>
          <a:bodyPr/>
          <a:lstStyle/>
          <a:p>
            <a:r>
              <a:rPr lang="pt-BR" dirty="0"/>
              <a:t>A informação circula em um único cabo</a:t>
            </a:r>
          </a:p>
          <a:p>
            <a:r>
              <a:rPr lang="pt-BR" dirty="0"/>
              <a:t>A configuração mais comum é unidirecional e conecta todas as estações de trabalho</a:t>
            </a:r>
          </a:p>
          <a:p>
            <a:r>
              <a:rPr lang="pt-BR" dirty="0"/>
              <a:t>Fluxo de mensagens descentralizado</a:t>
            </a:r>
          </a:p>
          <a:p>
            <a:r>
              <a:rPr lang="pt-BR" dirty="0"/>
              <a:t>As mensagens são retransmitidas de nó em nó</a:t>
            </a:r>
          </a:p>
          <a:p>
            <a:r>
              <a:rPr lang="pt-BR" dirty="0"/>
              <a:t>Boa performance em redes de muito tráfego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9DBD094-3E09-E431-8738-925F31396D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4009" y="916114"/>
            <a:ext cx="54197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6B57-3FDA-8018-B938-9FCFE142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estrela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B03D7-AD6D-38F8-2783-E2DFCB32E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569416" cy="3678303"/>
          </a:xfrm>
        </p:spPr>
        <p:txBody>
          <a:bodyPr/>
          <a:lstStyle/>
          <a:p>
            <a:r>
              <a:rPr lang="pt-BR" dirty="0"/>
              <a:t>Há necessidades de decisões de roteamento. </a:t>
            </a:r>
          </a:p>
          <a:p>
            <a:r>
              <a:rPr lang="pt-BR" dirty="0"/>
              <a:t>A estrutura é voltada a um nó concentrador. Há necessidade de equipamento central. Caso falhe toda a rede fica fora do ar.</a:t>
            </a:r>
          </a:p>
          <a:p>
            <a:r>
              <a:rPr lang="pt-BR" dirty="0"/>
              <a:t>Responsável pela retransmissão de todos os dados para todas as estações</a:t>
            </a:r>
          </a:p>
          <a:p>
            <a:r>
              <a:rPr lang="pt-BR" dirty="0"/>
              <a:t>Ligações ponto-a-ponto</a:t>
            </a:r>
          </a:p>
          <a:p>
            <a:r>
              <a:rPr lang="pt-BR" dirty="0"/>
              <a:t>Modificações ou adição de novas estações são simples</a:t>
            </a:r>
          </a:p>
          <a:p>
            <a:r>
              <a:rPr lang="pt-BR" dirty="0"/>
              <a:t>Gerenciamento centralizado</a:t>
            </a:r>
          </a:p>
          <a:p>
            <a:r>
              <a:rPr lang="pt-BR" dirty="0"/>
              <a:t>Desempenho de rede depende do nó central</a:t>
            </a:r>
          </a:p>
        </p:txBody>
      </p:sp>
      <p:pic>
        <p:nvPicPr>
          <p:cNvPr id="1026" name="Picture 2" descr="Sobre a topologia de rede física. O que é a topologia de rede física? | by  luiz arthur | Medium">
            <a:extLst>
              <a:ext uri="{FF2B5EF4-FFF2-40B4-BE49-F238E27FC236}">
                <a16:creationId xmlns:a16="http://schemas.microsoft.com/office/drawing/2014/main" id="{D33A01CD-B865-5F9A-3649-D227B253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81" y="2538116"/>
            <a:ext cx="5283327" cy="3243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788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57A4-583D-6ABF-6570-2509B3FA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híbrida ou mista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73ABFA-E65C-04C7-6F94-A69BA969B5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2872" y="1627822"/>
            <a:ext cx="91440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71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A95A762-6756-7DE0-44B2-D61FE4A48D4F}"/>
              </a:ext>
            </a:extLst>
          </p:cNvPr>
          <p:cNvSpPr/>
          <p:nvPr/>
        </p:nvSpPr>
        <p:spPr>
          <a:xfrm>
            <a:off x="6575196" y="0"/>
            <a:ext cx="56168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05A7FCA-AD51-4334-0820-F79955CFD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75196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3709245-3348-8FFA-4949-BF23545D72CB}"/>
              </a:ext>
            </a:extLst>
          </p:cNvPr>
          <p:cNvSpPr txBox="1"/>
          <p:nvPr/>
        </p:nvSpPr>
        <p:spPr>
          <a:xfrm>
            <a:off x="6711696" y="1408176"/>
            <a:ext cx="5480304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algn="ctr"/>
            <a:r>
              <a:rPr lang="pt-BR" sz="4800" spc="300" dirty="0">
                <a:solidFill>
                  <a:schemeClr val="bg1"/>
                </a:solidFill>
              </a:rPr>
              <a:t>PROTOCOLOS DE COMUNICAÇÃO</a:t>
            </a:r>
          </a:p>
        </p:txBody>
      </p:sp>
    </p:spTree>
    <p:extLst>
      <p:ext uri="{BB962C8B-B14F-4D97-AF65-F5344CB8AC3E}">
        <p14:creationId xmlns:p14="http://schemas.microsoft.com/office/powerpoint/2010/main" val="40476190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915F41-BDAD-7BDF-78A3-CCDCC2CE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7FB8B9-E48D-E230-67BD-A3D86A405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</a:t>
            </a:r>
          </a:p>
          <a:p>
            <a:pPr lvl="1"/>
            <a:r>
              <a:rPr lang="pt-BR" dirty="0"/>
              <a:t>Ao abordar uma pessoa para pedir informações, seguimos um protocolo de conduta, que ordena as boas maneiras.</a:t>
            </a:r>
          </a:p>
          <a:p>
            <a:pPr lvl="2"/>
            <a:r>
              <a:rPr lang="pt-BR" dirty="0"/>
              <a:t>Saudação</a:t>
            </a:r>
          </a:p>
          <a:p>
            <a:pPr lvl="2"/>
            <a:r>
              <a:rPr lang="pt-BR" dirty="0"/>
              <a:t>Identificação</a:t>
            </a:r>
          </a:p>
          <a:p>
            <a:pPr lvl="2"/>
            <a:r>
              <a:rPr lang="pt-BR" dirty="0"/>
              <a:t>Pergunta</a:t>
            </a:r>
          </a:p>
          <a:p>
            <a:pPr lvl="2"/>
            <a:r>
              <a:rPr lang="pt-BR" dirty="0"/>
              <a:t>Resposta</a:t>
            </a:r>
          </a:p>
          <a:p>
            <a:r>
              <a:rPr lang="pt-BR" dirty="0"/>
              <a:t>Em informática</a:t>
            </a:r>
          </a:p>
          <a:p>
            <a:pPr lvl="1"/>
            <a:r>
              <a:rPr lang="pt-BR" dirty="0"/>
              <a:t>Hardwares e</a:t>
            </a:r>
          </a:p>
          <a:p>
            <a:pPr lvl="1"/>
            <a:r>
              <a:rPr lang="pt-BR" dirty="0"/>
              <a:t>Softwares</a:t>
            </a:r>
          </a:p>
        </p:txBody>
      </p:sp>
    </p:spTree>
    <p:extLst>
      <p:ext uri="{BB962C8B-B14F-4D97-AF65-F5344CB8AC3E}">
        <p14:creationId xmlns:p14="http://schemas.microsoft.com/office/powerpoint/2010/main" val="20125959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8CE3-2437-8A6E-4FE5-0C6C8D48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1C12-C501-8337-0166-69AD33C4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1D5FCB-0A9B-2EE0-8029-527855B69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4202D9-6C16-E8B6-60C5-D3F9FE7BB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84" y="2882030"/>
            <a:ext cx="625816" cy="46088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F8516A8-2AB5-EAD7-A349-053FAF560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4436913" y="5073337"/>
            <a:ext cx="625816" cy="46088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CC49E5A-E1FD-0DCD-BBA2-2698EE71615E}"/>
              </a:ext>
            </a:extLst>
          </p:cNvPr>
          <p:cNvSpPr txBox="1"/>
          <p:nvPr/>
        </p:nvSpPr>
        <p:spPr>
          <a:xfrm>
            <a:off x="2855000" y="3017520"/>
            <a:ext cx="5950672" cy="2346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/>
              <a:t>Um protocolo define o formato e a ordem das mensagens trocadas entre duas ou mais entidades comunicantes, bem como as ações realizadas na transmissão e/ou no recebimento de uma mensagem ou outro evento.</a:t>
            </a:r>
          </a:p>
        </p:txBody>
      </p:sp>
    </p:spTree>
    <p:extLst>
      <p:ext uri="{BB962C8B-B14F-4D97-AF65-F5344CB8AC3E}">
        <p14:creationId xmlns:p14="http://schemas.microsoft.com/office/powerpoint/2010/main" val="21897628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04A27-205F-56EE-2E8D-1092EC22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73660-148D-3210-C6D4-4D4AE8FF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4A59ED-8884-4F54-C262-41255E520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04F25D28-B53A-3BCD-1122-B80EDC57A148}"/>
              </a:ext>
            </a:extLst>
          </p:cNvPr>
          <p:cNvGrpSpPr/>
          <p:nvPr/>
        </p:nvGrpSpPr>
        <p:grpSpPr>
          <a:xfrm>
            <a:off x="2807755" y="2785995"/>
            <a:ext cx="6576488" cy="2652193"/>
            <a:chOff x="2229184" y="2882030"/>
            <a:chExt cx="6576488" cy="2652193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169A7E7-D9B5-A6C3-429E-F2BCB4649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29184" y="2882030"/>
              <a:ext cx="625816" cy="460886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86B1B748-52E0-1B25-4EFD-A69ECF441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0800000">
              <a:off x="4436913" y="5073337"/>
              <a:ext cx="625816" cy="460886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502A6C2F-53B8-317D-AF66-13B742D921CA}"/>
                </a:ext>
              </a:extLst>
            </p:cNvPr>
            <p:cNvSpPr txBox="1"/>
            <p:nvPr/>
          </p:nvSpPr>
          <p:spPr>
            <a:xfrm>
              <a:off x="2855000" y="3017520"/>
              <a:ext cx="5950672" cy="2346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2000" dirty="0"/>
                <a:t>Um protocolo define o formato e a ordem das mensagens trocadas entre duas ou mais entidades comunicantes, bem como as ações realizadas na transmissão e/ou no recebimento de uma mensagem ou outro evento.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26157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4B218-6F6E-FCF1-6E5D-3395C9E1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B01E91-E4E0-9BA5-D2B0-67B55C15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Refere-se a estabelecimento, o uso e término da conexão</a:t>
            </a:r>
          </a:p>
          <a:p>
            <a:r>
              <a:rPr lang="pt-BR" dirty="0"/>
              <a:t>O aspecto essencial de uma conexão é que funciona como um tubo: o transmissor empurra os objetos (</a:t>
            </a:r>
            <a:r>
              <a:rPr lang="pt-BR" i="1" dirty="0"/>
              <a:t>bits</a:t>
            </a:r>
            <a:r>
              <a:rPr lang="pt-BR" dirty="0"/>
              <a:t>) em uma extremidade, e esses objetos são recebidos pelo receptor na outra extremidade </a:t>
            </a:r>
          </a:p>
          <a:p>
            <a:r>
              <a:rPr lang="pt-BR" dirty="0"/>
              <a:t>É importante ressaltar que o serviço orientado a conexão prevê uma negociação entre o transmissor e o receptor de alguns parâmetros como, por exemplo, o tamanho máximo das mensagens a serem trocadas, a qualidade de serviço exigida e outros, tudo para que a transmissão ocorra sem problemas e erros. </a:t>
            </a:r>
          </a:p>
          <a:p>
            <a:pPr lvl="1"/>
            <a:r>
              <a:rPr lang="pt-BR" dirty="0"/>
              <a:t>Exemplo: download de arquivos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93655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CEFAB-9526-228B-CAF3-03C9FCEC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BA5F9E-5B30-132C-9BCA-360282C5A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E9F982-35CD-D3BE-7DD8-6F416CC8F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Possuem duas características importantes</a:t>
            </a:r>
          </a:p>
          <a:p>
            <a:r>
              <a:rPr lang="pt-BR" b="1" dirty="0"/>
              <a:t>Sequência de mensagem</a:t>
            </a:r>
            <a:r>
              <a:rPr lang="pt-BR" dirty="0"/>
              <a:t>: quando se enviam duas mensagens de 1.024 </a:t>
            </a:r>
            <a:r>
              <a:rPr lang="pt-BR" i="1" dirty="0"/>
              <a:t>bytes</a:t>
            </a:r>
            <a:r>
              <a:rPr lang="pt-BR" dirty="0"/>
              <a:t>, elas chegaram ao destino como duas mensagens de 1.024 </a:t>
            </a:r>
            <a:r>
              <a:rPr lang="pt-BR" i="1" dirty="0"/>
              <a:t>bytes </a:t>
            </a:r>
            <a:r>
              <a:rPr lang="pt-BR" dirty="0"/>
              <a:t>distintas e não como uma de 2.048 </a:t>
            </a:r>
            <a:r>
              <a:rPr lang="pt-BR" i="1" dirty="0"/>
              <a:t>bytes</a:t>
            </a:r>
            <a:r>
              <a:rPr lang="pt-BR" dirty="0"/>
              <a:t>. Ou seja, tem uma sequência a ser obedecida </a:t>
            </a:r>
          </a:p>
          <a:p>
            <a:r>
              <a:rPr lang="pt-BR" b="1" dirty="0"/>
              <a:t>Fluxo de </a:t>
            </a:r>
            <a:r>
              <a:rPr lang="pt-BR" b="1" i="1" dirty="0"/>
              <a:t>bytes</a:t>
            </a:r>
            <a:r>
              <a:rPr lang="pt-BR" dirty="0"/>
              <a:t>: uma vez estabelecida a conexão entre usuário e servidor, é necessário que exista um fluxo de dados entre os computadores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55520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8E456E-9974-9F6E-1925-890C5F815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723020-C9E1-3D3E-015E-916522977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OSI (Open System </a:t>
            </a:r>
            <a:r>
              <a:rPr lang="pt-BR" dirty="0" err="1"/>
              <a:t>Interconnection</a:t>
            </a:r>
            <a:r>
              <a:rPr lang="pt-BR" dirty="0"/>
              <a:t>)</a:t>
            </a:r>
          </a:p>
          <a:p>
            <a:r>
              <a:rPr lang="pt-BR" dirty="0"/>
              <a:t>Primeiro passo em direção a padronização internacional</a:t>
            </a:r>
          </a:p>
          <a:p>
            <a:r>
              <a:rPr lang="pt-BR" dirty="0"/>
              <a:t>Trata-se da interconexão de sistemas abertos com outros sistemas</a:t>
            </a:r>
          </a:p>
          <a:p>
            <a:r>
              <a:rPr lang="pt-BR" dirty="0"/>
              <a:t>Devido a complexidade tudo é dividido em camadas </a:t>
            </a:r>
            <a:r>
              <a:rPr lang="pt-BR"/>
              <a:t>(níveis)</a:t>
            </a:r>
          </a:p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580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6B827-7C25-688F-1A7E-AB10B8EDF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CB46C-584B-AF9D-7924-C6197C5D3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F0B3B46-488F-0919-2E31-DF3C39EDE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504" y="1815832"/>
            <a:ext cx="4070991" cy="490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5229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86BA9-A944-96D1-04B3-0D60C9738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5B2C25-5C0A-456D-18FC-FA4281C20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E7787B-7413-0521-931D-A00830735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Física</a:t>
            </a:r>
          </a:p>
          <a:p>
            <a:pPr lvl="1"/>
            <a:r>
              <a:rPr lang="pt-BR" dirty="0"/>
              <a:t>Responsável pelos meios mecânicos, elétricos, funcionais</a:t>
            </a:r>
          </a:p>
          <a:p>
            <a:pPr lvl="1"/>
            <a:r>
              <a:rPr lang="pt-BR" dirty="0"/>
              <a:t>Procedimentos necessários para ativar, manter e desativar conexões físicas usadas para transmitir bits entre entidades de enlace</a:t>
            </a:r>
          </a:p>
          <a:p>
            <a:pPr lvl="1"/>
            <a:r>
              <a:rPr lang="pt-BR" dirty="0"/>
              <a:t>É ela que permite a ligação (conexão) entre duas máquinas, em uma conexão ponto-a-ponto ou várias em um canal broadcast (é um método de transmissão onde um único dispositivo envia dados para </a:t>
            </a:r>
            <a:r>
              <a:rPr lang="pt-BR" b="1" dirty="0"/>
              <a:t>todos os outros aparelhos conectados</a:t>
            </a:r>
            <a:r>
              <a:rPr lang="pt-BR" dirty="0"/>
              <a:t> na mesma rede local ao mesmo tempo)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88562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B9F0-B8F4-AFB5-5491-4EF4A5E9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F7E45-53FE-8FBE-7A93-882F4AB41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AAAF7D-4FE8-7C8A-3AE5-C5A5DE62B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Enlace de Dados (Link)</a:t>
            </a:r>
          </a:p>
          <a:p>
            <a:pPr lvl="1"/>
            <a:r>
              <a:rPr lang="pt-BR" dirty="0"/>
              <a:t>Tem como principal tarefa um canal de transmissão bruto em uma linha que pareça livre de erros</a:t>
            </a:r>
          </a:p>
          <a:p>
            <a:pPr lvl="1"/>
            <a:r>
              <a:rPr lang="pt-BR" dirty="0"/>
              <a:t>Dispõe de funções e procedimentos necessários para estabelecer, manter e encerrar conexões de enlaces entre entidades de rede</a:t>
            </a:r>
          </a:p>
          <a:p>
            <a:pPr lvl="1"/>
            <a:r>
              <a:rPr lang="pt-BR" dirty="0"/>
              <a:t>Controla o acesso aos meios físicos e compartilhados de transmissão</a:t>
            </a:r>
          </a:p>
          <a:p>
            <a:pPr lvl="1"/>
            <a:r>
              <a:rPr lang="pt-BR" dirty="0"/>
              <a:t>Detecta a possibilidade de correção de erros da camada física</a:t>
            </a:r>
          </a:p>
          <a:p>
            <a:pPr lvl="1"/>
            <a:r>
              <a:rPr lang="pt-BR" dirty="0"/>
              <a:t>Gerencia a comunicação entre duas ou mais máquinas ligadas via meio físico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2261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D80F-D8EA-0C81-5460-776C22C7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53830-61BE-D411-8A7E-B187E5742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ADDCE8-4D6D-F500-4876-182C22191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Rede</a:t>
            </a:r>
          </a:p>
          <a:p>
            <a:pPr lvl="1"/>
            <a:r>
              <a:rPr lang="pt-BR" dirty="0"/>
              <a:t>É sua função o estabelecimento de conexão fim-a-fim entre estações de forma transparente ao usuário</a:t>
            </a:r>
          </a:p>
          <a:p>
            <a:pPr lvl="1"/>
            <a:r>
              <a:rPr lang="pt-BR" dirty="0"/>
              <a:t>Outras funções:</a:t>
            </a:r>
          </a:p>
          <a:p>
            <a:pPr lvl="2"/>
            <a:r>
              <a:rPr lang="pt-BR" dirty="0"/>
              <a:t>Multiplexação (é uma técnica usada em telecomunicação que junta vários sinais para passarem por um único cabo ou meio)</a:t>
            </a:r>
          </a:p>
          <a:p>
            <a:pPr lvl="2"/>
            <a:r>
              <a:rPr lang="pt-BR" dirty="0"/>
              <a:t>Endereçamento</a:t>
            </a:r>
          </a:p>
          <a:p>
            <a:pPr lvl="2"/>
            <a:r>
              <a:rPr lang="pt-BR" dirty="0"/>
              <a:t>Roteamento</a:t>
            </a:r>
          </a:p>
          <a:p>
            <a:pPr lvl="2"/>
            <a:r>
              <a:rPr lang="pt-BR" dirty="0"/>
              <a:t>Responsável por nomes</a:t>
            </a:r>
          </a:p>
          <a:p>
            <a:pPr lvl="2"/>
            <a:r>
              <a:rPr lang="pt-BR" dirty="0"/>
              <a:t>Rotas e roteamento</a:t>
            </a:r>
          </a:p>
          <a:p>
            <a:pPr lvl="2"/>
            <a:r>
              <a:rPr lang="pt-BR" dirty="0"/>
              <a:t>Estabelecimento de gateways (é um ponto de conexão ou sistema intermediário que traduz dados entre redes, dispositivos ou formatos diferentes)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671169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173DF-E353-777B-886A-0C884891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3BC1E-62B6-0A21-D3F0-7579248A1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699D3F-12A8-C771-4BE8-72A7A13E9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Transporte</a:t>
            </a:r>
          </a:p>
          <a:p>
            <a:pPr lvl="1"/>
            <a:r>
              <a:rPr lang="pt-BR" dirty="0"/>
              <a:t>Sua função básica é aceitar dados da camada acima dela, dividi-los em dados unidades menores, repassar à camada de rede e assegurar que todos os fragmentos chegarão corretamente à outra extremidade</a:t>
            </a:r>
          </a:p>
          <a:p>
            <a:pPr lvl="1"/>
            <a:r>
              <a:rPr lang="pt-BR" dirty="0"/>
              <a:t>Permite a gestão da comunicação fim-a-fim entre duas máquinas conectadas via rede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07133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0819F-8447-5279-09C9-9122AB08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C0C69D-7334-ABA2-A809-F2C9E3BD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082003-8D04-F554-B74E-BFDEB0419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Sessão</a:t>
            </a:r>
          </a:p>
          <a:p>
            <a:pPr lvl="1"/>
            <a:r>
              <a:rPr lang="pt-BR" dirty="0"/>
              <a:t>Fornecimento de serviço para o estabelecimento de uma conexão de sessão entre duas entidades de apresentação</a:t>
            </a:r>
          </a:p>
          <a:p>
            <a:pPr lvl="1"/>
            <a:r>
              <a:rPr lang="pt-BR" dirty="0"/>
              <a:t>Permite que usuários de diferentes máquinas estabeleçam sessões entre eles.</a:t>
            </a:r>
          </a:p>
          <a:p>
            <a:pPr lvl="1"/>
            <a:r>
              <a:rPr lang="pt-BR" dirty="0"/>
              <a:t>Serviços</a:t>
            </a:r>
          </a:p>
          <a:p>
            <a:pPr lvl="2"/>
            <a:r>
              <a:rPr lang="pt-BR" dirty="0"/>
              <a:t>Controle de diálogo</a:t>
            </a:r>
          </a:p>
          <a:p>
            <a:pPr lvl="2"/>
            <a:r>
              <a:rPr lang="pt-BR" dirty="0"/>
              <a:t>Gerenciamento do token e</a:t>
            </a:r>
          </a:p>
          <a:p>
            <a:pPr lvl="2"/>
            <a:r>
              <a:rPr lang="pt-BR" dirty="0"/>
              <a:t>Sincronização</a:t>
            </a:r>
          </a:p>
          <a:p>
            <a:pPr lvl="2"/>
            <a:r>
              <a:rPr lang="pt-BR" dirty="0"/>
              <a:t>Segurança via mecanismo de criptografia</a:t>
            </a:r>
          </a:p>
          <a:p>
            <a:pPr lvl="2"/>
            <a:r>
              <a:rPr lang="pt-BR" dirty="0"/>
              <a:t>Gerência de sessão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8988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D87F9-DEBC-F3F9-76C2-4EED5D051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C6469B-B965-DDBD-2293-989DEDCDE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6F2848-2FF1-B49C-BF23-98B1A760B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Apresentação</a:t>
            </a:r>
          </a:p>
          <a:p>
            <a:pPr lvl="1"/>
            <a:r>
              <a:rPr lang="pt-BR" dirty="0"/>
              <a:t>Está relacionada com a sintaxe das informações transmitidas</a:t>
            </a:r>
          </a:p>
          <a:p>
            <a:pPr lvl="1"/>
            <a:r>
              <a:rPr lang="pt-BR" dirty="0"/>
              <a:t>Mecanismo de conversão de dados locais para um formato universal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251258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2A5E5-013E-478D-0A60-0649A7351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8D6C3-9678-3D74-E49B-42E0BD79C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9D6C34-71D6-9C78-E2C4-73BABFE34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Aplicação</a:t>
            </a:r>
          </a:p>
          <a:p>
            <a:pPr lvl="1"/>
            <a:r>
              <a:rPr lang="pt-BR" dirty="0"/>
              <a:t>Principal propósito é servir como uma janela entre os usuários de comunicação do ambiente OSI</a:t>
            </a:r>
          </a:p>
          <a:p>
            <a:pPr lvl="1"/>
            <a:r>
              <a:rPr lang="pt-BR" dirty="0"/>
              <a:t>É nela que identifica-se os parceiros na comunicação (por nome ou por endereço)</a:t>
            </a:r>
          </a:p>
          <a:p>
            <a:pPr lvl="1"/>
            <a:r>
              <a:rPr lang="pt-BR" dirty="0"/>
              <a:t>Determina a qualidade mínima aceitável para o serviço</a:t>
            </a:r>
          </a:p>
          <a:p>
            <a:pPr lvl="1"/>
            <a:r>
              <a:rPr lang="pt-BR" dirty="0"/>
              <a:t>Acesso a recursos como transferência de arquivos, correio eletrônico, gerenciamento de redes </a:t>
            </a:r>
            <a:r>
              <a:rPr lang="pt-BR" dirty="0" err="1"/>
              <a:t>etc</a:t>
            </a:r>
            <a:endParaRPr lang="pt-BR" dirty="0"/>
          </a:p>
          <a:p>
            <a:pPr lvl="1"/>
            <a:r>
              <a:rPr lang="pt-BR" dirty="0"/>
              <a:t>Conjunto de especificações de protocolos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23269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391BC-98F2-8B72-3D18-382D987E0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7B83CE-0608-D6E7-C94D-D56D75CA1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1543264-492C-AD2C-FCAB-5CDD725DC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Quais as vantagens dessa hierarquia</a:t>
            </a:r>
          </a:p>
          <a:p>
            <a:pPr lvl="1"/>
            <a:r>
              <a:rPr lang="pt-BR" b="1" dirty="0"/>
              <a:t>Simplificação:</a:t>
            </a:r>
            <a:r>
              <a:rPr lang="pt-BR" dirty="0"/>
              <a:t> a complexidade global é diminuída pelas abstrações, ou seja, não interessa a uma determinada camada como as demais implementam o fornecimento de determinadas funções e serviços; em outras palavras, cada camada cuida de si. </a:t>
            </a:r>
          </a:p>
          <a:p>
            <a:pPr lvl="1"/>
            <a:r>
              <a:rPr lang="pt-BR" b="1" dirty="0"/>
              <a:t>Independência das camadas: </a:t>
            </a:r>
            <a:r>
              <a:rPr lang="pt-BR" dirty="0"/>
              <a:t>quando o modelo OSI divide-as em níveis ou camadas em hierarquia, associa a elas a liberdade de execução; dessa forma, cada camada preocupa-se unicamente em utilizar os serviços da inferior e fornecer os seus serviços à superior, independentemente do protocolo utilizado para elaborar o serviço. </a:t>
            </a:r>
          </a:p>
          <a:p>
            <a:pPr lvl="1"/>
            <a:r>
              <a:rPr lang="pt-BR" b="1" dirty="0"/>
              <a:t>Facilidade na manutenção: </a:t>
            </a:r>
            <a:r>
              <a:rPr lang="pt-BR" dirty="0"/>
              <a:t>uma camada pode sofrer alterações sem alterar as demais, desde que não sejam modificados os serviços prestados por ela. </a:t>
            </a:r>
          </a:p>
          <a:p>
            <a:pPr lvl="1"/>
            <a:r>
              <a:rPr lang="pt-BR" b="1" dirty="0"/>
              <a:t>Facilidade na evolução</a:t>
            </a:r>
            <a:r>
              <a:rPr lang="pt-BR" dirty="0"/>
              <a:t>: novos serviços, aplicações ou funções </a:t>
            </a:r>
            <a:r>
              <a:rPr lang="pt-BR"/>
              <a:t>podem ser implementados </a:t>
            </a:r>
            <a:r>
              <a:rPr lang="pt-BR" dirty="0"/>
              <a:t>em uma determinada camada apropriada, aproveitando serviços já fornecidos pelas inferiores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922172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918B07-D4E0-374B-2F2B-566B4D094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tcp/ip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F462E1-3E57-8FD7-3EAF-3F76B750C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8293218" cy="3678303"/>
          </a:xfrm>
        </p:spPr>
        <p:txBody>
          <a:bodyPr/>
          <a:lstStyle/>
          <a:p>
            <a:r>
              <a:rPr lang="pt-BR" dirty="0"/>
              <a:t>Surgiu com o objetivo de conectar várias redes de maneira uniforme</a:t>
            </a:r>
          </a:p>
          <a:p>
            <a:r>
              <a:rPr lang="pt-BR" dirty="0"/>
              <a:t>Ficou conhecida pelos dois grandes protocolos:  TCP (</a:t>
            </a:r>
            <a:r>
              <a:rPr lang="pt-BR" dirty="0" err="1"/>
              <a:t>Transmission</a:t>
            </a:r>
            <a:r>
              <a:rPr lang="pt-BR" dirty="0"/>
              <a:t> </a:t>
            </a:r>
            <a:r>
              <a:rPr lang="pt-BR" dirty="0" err="1"/>
              <a:t>Control</a:t>
            </a:r>
            <a:r>
              <a:rPr lang="pt-BR" dirty="0"/>
              <a:t> </a:t>
            </a:r>
            <a:r>
              <a:rPr lang="pt-BR" dirty="0" err="1"/>
              <a:t>Protocol</a:t>
            </a:r>
            <a:r>
              <a:rPr lang="pt-BR" dirty="0"/>
              <a:t>) e IP (Internet </a:t>
            </a:r>
            <a:r>
              <a:rPr lang="pt-BR" dirty="0" err="1"/>
              <a:t>Protocol</a:t>
            </a:r>
            <a:r>
              <a:rPr lang="pt-BR" dirty="0"/>
              <a:t>)</a:t>
            </a:r>
          </a:p>
          <a:p>
            <a:r>
              <a:rPr lang="pt-BR" dirty="0"/>
              <a:t>O protocolo IP é </a:t>
            </a:r>
            <a:r>
              <a:rPr lang="pt-BR" dirty="0" err="1"/>
              <a:t>roteável</a:t>
            </a:r>
            <a:r>
              <a:rPr lang="pt-BR" dirty="0"/>
              <a:t>, podendo ser utilizado em grandes redes e de longa distância, podendo alcançar o mesmo destino por diversos caminhos diferentes</a:t>
            </a:r>
          </a:p>
          <a:p>
            <a:r>
              <a:rPr lang="pt-BR" dirty="0"/>
              <a:t>Possui arquitetura aberta e qualquer fabricante pode implementá-lo em seu sistema operacional</a:t>
            </a:r>
          </a:p>
          <a:p>
            <a:r>
              <a:rPr lang="pt-BR" dirty="0"/>
              <a:t>Possui quatro camadas</a:t>
            </a:r>
          </a:p>
        </p:txBody>
      </p:sp>
      <p:pic>
        <p:nvPicPr>
          <p:cNvPr id="4" name="Imagem 3" descr="Redes Brasil">
            <a:extLst>
              <a:ext uri="{FF2B5EF4-FFF2-40B4-BE49-F238E27FC236}">
                <a16:creationId xmlns:a16="http://schemas.microsoft.com/office/drawing/2014/main" id="{AF024ED5-1AF0-A4CB-04F7-1289AF79789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74410" y="1431444"/>
            <a:ext cx="2867025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1585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16C9-BF52-0B49-77BA-CB87827B4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FC94D-0092-BDB9-2A59-D3F74C2AB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tcp/ip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DCAB86-F3FC-6F0C-CB9C-3D17ADF4D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8293218" cy="3678303"/>
          </a:xfrm>
        </p:spPr>
        <p:txBody>
          <a:bodyPr/>
          <a:lstStyle/>
          <a:p>
            <a:r>
              <a:rPr lang="pt-BR" dirty="0"/>
              <a:t>Camada de enlace (link)</a:t>
            </a:r>
          </a:p>
          <a:p>
            <a:r>
              <a:rPr lang="pt-BR" dirty="0"/>
              <a:t>É responsável por enviar o datagrama recebido pela camada de internet em forma de um quadro através da rede; </a:t>
            </a:r>
          </a:p>
          <a:p>
            <a:r>
              <a:rPr lang="pt-BR" dirty="0"/>
              <a:t>a camada de acesso à rede prepara o pacote de dados para transmissão da estação de trabalho a um roteador localizado entre a rede local e a internet. </a:t>
            </a:r>
          </a:p>
          <a:p>
            <a:r>
              <a:rPr lang="pt-BR" dirty="0"/>
              <a:t>É a última camada antes de os dados serem enviados para transmissão pelo meio.</a:t>
            </a:r>
          </a:p>
          <a:p>
            <a:r>
              <a:rPr lang="pt-BR" dirty="0"/>
              <a:t>Representam as camadas de enlace e física do modelo OSI </a:t>
            </a:r>
            <a:br>
              <a:rPr lang="pt-BR" dirty="0"/>
            </a:br>
            <a:endParaRPr lang="pt-BR" dirty="0"/>
          </a:p>
        </p:txBody>
      </p:sp>
      <p:pic>
        <p:nvPicPr>
          <p:cNvPr id="4" name="Imagem 3" descr="Redes Brasil">
            <a:extLst>
              <a:ext uri="{FF2B5EF4-FFF2-40B4-BE49-F238E27FC236}">
                <a16:creationId xmlns:a16="http://schemas.microsoft.com/office/drawing/2014/main" id="{C31C5011-DBE7-2185-AD58-886BF6763BC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74410" y="1431444"/>
            <a:ext cx="2867025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750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F6F18-033E-F3BC-E62B-3C627D022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CB983-CB32-EFC1-0F46-FBF3CEDF9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tcp/ip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770BFF-BD8D-81D8-E15D-C057EDD29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8293218" cy="3678303"/>
          </a:xfrm>
        </p:spPr>
        <p:txBody>
          <a:bodyPr>
            <a:normAutofit/>
          </a:bodyPr>
          <a:lstStyle/>
          <a:p>
            <a:r>
              <a:rPr lang="pt-BR" dirty="0"/>
              <a:t>Camada internet</a:t>
            </a:r>
          </a:p>
          <a:p>
            <a:pPr lvl="1"/>
            <a:r>
              <a:rPr lang="pt-BR" dirty="0"/>
              <a:t>Muitas vezes é chamada também de </a:t>
            </a:r>
            <a:r>
              <a:rPr lang="pt-BR" dirty="0" err="1"/>
              <a:t>inter-redes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É responsável pelo roteamento de pacotes, isto é, adiciona ao datagrama informações sobre o caminho que ele deverá percorrer. Essa camada é bem semelhante à camada de rede do modelo OSI. </a:t>
            </a:r>
          </a:p>
          <a:p>
            <a:pPr lvl="1"/>
            <a:r>
              <a:rPr lang="pt-BR" dirty="0"/>
              <a:t>Há vários protocolos que podem operar na camada de internet, como por exemplo: IP </a:t>
            </a:r>
            <a:r>
              <a:rPr lang="pt-BR" i="1" dirty="0"/>
              <a:t>(Internet </a:t>
            </a:r>
            <a:r>
              <a:rPr lang="pt-BR" i="1" dirty="0" err="1"/>
              <a:t>Protocol</a:t>
            </a:r>
            <a:r>
              <a:rPr lang="pt-BR" dirty="0"/>
              <a:t>), ICMP </a:t>
            </a:r>
            <a:r>
              <a:rPr lang="pt-BR" i="1" dirty="0"/>
              <a:t>(</a:t>
            </a:r>
            <a:r>
              <a:rPr lang="pt-BR" i="1" dirty="0" err="1"/>
              <a:t>Interent</a:t>
            </a:r>
            <a:r>
              <a:rPr lang="pt-BR" i="1" dirty="0"/>
              <a:t> </a:t>
            </a:r>
            <a:r>
              <a:rPr lang="pt-BR" i="1" dirty="0" err="1"/>
              <a:t>Control</a:t>
            </a:r>
            <a:r>
              <a:rPr lang="pt-BR" i="1" dirty="0"/>
              <a:t> </a:t>
            </a:r>
            <a:r>
              <a:rPr lang="pt-BR" i="1" dirty="0" err="1"/>
              <a:t>Message</a:t>
            </a:r>
            <a:r>
              <a:rPr lang="pt-BR" i="1" dirty="0"/>
              <a:t> </a:t>
            </a:r>
            <a:r>
              <a:rPr lang="pt-BR" i="1" dirty="0" err="1"/>
              <a:t>Protocol</a:t>
            </a:r>
            <a:r>
              <a:rPr lang="pt-BR" dirty="0"/>
              <a:t>), ARP (</a:t>
            </a:r>
            <a:r>
              <a:rPr lang="pt-BR" i="1" dirty="0" err="1"/>
              <a:t>Address</a:t>
            </a:r>
            <a:r>
              <a:rPr lang="pt-BR" i="1" dirty="0"/>
              <a:t> </a:t>
            </a:r>
            <a:r>
              <a:rPr lang="pt-BR" i="1" dirty="0" err="1"/>
              <a:t>Resolution</a:t>
            </a:r>
            <a:r>
              <a:rPr lang="pt-BR" i="1" dirty="0"/>
              <a:t> </a:t>
            </a:r>
            <a:r>
              <a:rPr lang="pt-BR" i="1" dirty="0" err="1"/>
              <a:t>Protocol</a:t>
            </a:r>
            <a:r>
              <a:rPr lang="pt-BR" i="1" dirty="0"/>
              <a:t>).</a:t>
            </a:r>
          </a:p>
          <a:p>
            <a:pPr lvl="1"/>
            <a:r>
              <a:rPr lang="pt-BR" dirty="0"/>
              <a:t>A internet tem esse nome devido a essa camada e ao uso do protocolo IP.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4" name="Imagem 3" descr="Redes Brasil">
            <a:extLst>
              <a:ext uri="{FF2B5EF4-FFF2-40B4-BE49-F238E27FC236}">
                <a16:creationId xmlns:a16="http://schemas.microsoft.com/office/drawing/2014/main" id="{9D43FE7E-E154-FB27-81C5-6AFDB8F89FC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74410" y="1431444"/>
            <a:ext cx="2867025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9035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359E9-C6D7-4A2B-C557-4AF78453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D3FD27-75C8-8153-BEFF-FB21768B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tcp/ip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2E5233-CEB7-B163-4875-35DBF12F5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829321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Camada de transporte</a:t>
            </a:r>
          </a:p>
          <a:p>
            <a:r>
              <a:rPr lang="pt-BR" dirty="0"/>
              <a:t>É responsável por pegar os dados enviados da camada de aplicação e transformá-los em pacotes, a serem repassados para a camada de internet (rede), estabelecendo assim a conexão entre pares dos </a:t>
            </a:r>
            <a:r>
              <a:rPr lang="pt-BR" i="1" dirty="0"/>
              <a:t>hosts </a:t>
            </a:r>
            <a:r>
              <a:rPr lang="pt-BR" dirty="0"/>
              <a:t>de origem e destino. </a:t>
            </a:r>
          </a:p>
          <a:p>
            <a:r>
              <a:rPr lang="pt-BR" dirty="0"/>
              <a:t>Dois protocolos são importantes aqui. </a:t>
            </a:r>
          </a:p>
          <a:p>
            <a:r>
              <a:rPr lang="pt-BR" dirty="0"/>
              <a:t>O TCP é um protocolo orientado a conexão que permite entrega sem erros de fluxos de </a:t>
            </a:r>
            <a:r>
              <a:rPr lang="pt-BR" i="1" dirty="0"/>
              <a:t>bytes </a:t>
            </a:r>
            <a:r>
              <a:rPr lang="pt-BR" dirty="0"/>
              <a:t>originários de uma determinada máquina em qualquer computador da rede. </a:t>
            </a:r>
          </a:p>
          <a:p>
            <a:r>
              <a:rPr lang="pt-BR" dirty="0"/>
              <a:t>O UDP (Protocolo de Datagrama do Usuário) é um protocolo sem conexão e não confiável destinado a aplicações que não querem controle de fluxo nem manutenção da sequência das mensagens enviadas</a:t>
            </a:r>
          </a:p>
          <a:p>
            <a:r>
              <a:rPr lang="pt-BR" dirty="0"/>
              <a:t>A camada de transporte desempenha as de comunicação fim-a-fim entre duas máquinas, existindo duas implementações primárias: o UDP sem conexão e o TCP com conexão.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4" name="Imagem 3" descr="Redes Brasil">
            <a:extLst>
              <a:ext uri="{FF2B5EF4-FFF2-40B4-BE49-F238E27FC236}">
                <a16:creationId xmlns:a16="http://schemas.microsoft.com/office/drawing/2014/main" id="{98D315BF-2C7E-4DBF-3BF2-5F935E089A9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74410" y="1431444"/>
            <a:ext cx="2867025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2485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4B1-02E9-716A-ABAC-23D61001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2FA11C-F6A4-9ADC-5781-A9361334A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tcp/ip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1B1CEA-95AA-6922-BACE-ADF079EF8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8293218" cy="3678303"/>
          </a:xfrm>
        </p:spPr>
        <p:txBody>
          <a:bodyPr>
            <a:normAutofit/>
          </a:bodyPr>
          <a:lstStyle/>
          <a:p>
            <a:r>
              <a:rPr lang="pt-BR" dirty="0"/>
              <a:t>Camada de aplicação</a:t>
            </a:r>
          </a:p>
          <a:p>
            <a:pPr lvl="1"/>
            <a:r>
              <a:rPr lang="pt-BR" dirty="0"/>
              <a:t>Essa camada suporta os protocolos:</a:t>
            </a:r>
          </a:p>
          <a:p>
            <a:pPr lvl="1"/>
            <a:r>
              <a:rPr lang="pt-BR" dirty="0"/>
              <a:t>a) HTTP (</a:t>
            </a:r>
            <a:r>
              <a:rPr lang="pt-BR" i="1" dirty="0"/>
              <a:t>Hypertext </a:t>
            </a:r>
            <a:r>
              <a:rPr lang="pt-BR" i="1" dirty="0" err="1"/>
              <a:t>Transfer</a:t>
            </a:r>
            <a:r>
              <a:rPr lang="pt-BR" i="1" dirty="0"/>
              <a:t> </a:t>
            </a:r>
            <a:r>
              <a:rPr lang="pt-BR" i="1" dirty="0" err="1"/>
              <a:t>Protocol</a:t>
            </a:r>
            <a:r>
              <a:rPr lang="pt-BR" dirty="0"/>
              <a:t>): é um protocolo de transferência de hipertexto; é aquele que usamos quando estamos navegando na internet. Ele permite que os navegadores e servidores web possam enviar e receber páginas da World </a:t>
            </a:r>
            <a:r>
              <a:rPr lang="pt-BR" dirty="0" err="1"/>
              <a:t>Wide</a:t>
            </a:r>
            <a:r>
              <a:rPr lang="pt-BR" dirty="0"/>
              <a:t> Web.</a:t>
            </a:r>
          </a:p>
          <a:p>
            <a:pPr lvl="1"/>
            <a:r>
              <a:rPr lang="pt-BR" dirty="0"/>
              <a:t>b) FTP (</a:t>
            </a:r>
            <a:r>
              <a:rPr lang="pt-BR" i="1" dirty="0"/>
              <a:t>File </a:t>
            </a:r>
            <a:r>
              <a:rPr lang="pt-BR" i="1" dirty="0" err="1"/>
              <a:t>Transfer</a:t>
            </a:r>
            <a:r>
              <a:rPr lang="pt-BR" i="1" dirty="0"/>
              <a:t> </a:t>
            </a:r>
            <a:r>
              <a:rPr lang="pt-BR" i="1" dirty="0" err="1"/>
              <a:t>Protocol</a:t>
            </a:r>
            <a:r>
              <a:rPr lang="pt-BR" dirty="0"/>
              <a:t>): é um protocolo de transferência de arquivos; é justamente aquele que permite fazer </a:t>
            </a:r>
            <a:r>
              <a:rPr lang="pt-BR" i="1" dirty="0"/>
              <a:t>downloads, </a:t>
            </a:r>
            <a:r>
              <a:rPr lang="pt-BR" dirty="0"/>
              <a:t>ou seja, transferências de arquivo de um sistema de computadores para outro.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4" name="Imagem 3" descr="Redes Brasil">
            <a:extLst>
              <a:ext uri="{FF2B5EF4-FFF2-40B4-BE49-F238E27FC236}">
                <a16:creationId xmlns:a16="http://schemas.microsoft.com/office/drawing/2014/main" id="{1BFA30A4-413C-024E-FD11-F659CC2E975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74410" y="1431444"/>
            <a:ext cx="2867025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467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20D295-81D5-446A-ACC7-06BAA67E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entre as duas camadas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C25E0B-C292-8303-78AA-2B52BF694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574" y="2107493"/>
            <a:ext cx="4742770" cy="475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3000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4BD435-008A-A119-7F99-BA5B78C1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Rota de transmissão e recepção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945FA95-6A3E-047F-E376-B80C87BD7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192" y="1886602"/>
            <a:ext cx="4927615" cy="4269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825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8502</TotalTime>
  <Words>3566</Words>
  <Application>Microsoft Office PowerPoint</Application>
  <PresentationFormat>Widescreen</PresentationFormat>
  <Paragraphs>298</Paragraphs>
  <Slides>60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60</vt:i4>
      </vt:variant>
    </vt:vector>
  </HeadingPairs>
  <TitlesOfParts>
    <vt:vector size="65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Topologia em anel</vt:lpstr>
      <vt:lpstr>Topologia em estrela</vt:lpstr>
      <vt:lpstr>Topologia híbrida ou mista</vt:lpstr>
      <vt:lpstr>Apresentação do PowerPoint</vt:lpstr>
      <vt:lpstr>O QUE É PROTOCOLO</vt:lpstr>
      <vt:lpstr>O QUE É PROTOCOLO</vt:lpstr>
      <vt:lpstr>O QUE É PROTOCOLO</vt:lpstr>
      <vt:lpstr>Serviço orientado à conexão</vt:lpstr>
      <vt:lpstr>Serviço orientado à conexão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tcp/ip</vt:lpstr>
      <vt:lpstr>Modelo de referência tcp/ip</vt:lpstr>
      <vt:lpstr>Modelo de referência tcp/ip</vt:lpstr>
      <vt:lpstr>Modelo de referência tcp/ip</vt:lpstr>
      <vt:lpstr>Modelo de referência tcp/ip</vt:lpstr>
      <vt:lpstr>Comparação entre as duas camadas</vt:lpstr>
      <vt:lpstr>Rota de transmissão e recepção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2026-08-20T14:29:14Z</dcterms:modified>
</cp:coreProperties>
</file>