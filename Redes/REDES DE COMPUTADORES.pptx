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36"/>
  </p:notesMasterIdLst>
  <p:handoutMasterIdLst>
    <p:handoutMasterId r:id="rId37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60" r:id="rId35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18T22:17:41.072" v="1703" actId="1076"/>
      <pc:docMkLst>
        <pc:docMk/>
      </pc:docMkLst>
      <pc:sldChg chg="modSp mod">
        <pc:chgData name="Joel Teixeira Cunha" userId="195451ac3a5e8dfd" providerId="LiveId" clId="{9D99295D-09A0-459E-AFDA-61FAD528DEBC}" dt="2026-05-18T22:03:22.235" v="91" actId="20577"/>
        <pc:sldMkLst>
          <pc:docMk/>
          <pc:sldMk cId="2448624542" sldId="285"/>
        </pc:sldMkLst>
        <pc:spChg chg="mod">
          <ac:chgData name="Joel Teixeira Cunha" userId="195451ac3a5e8dfd" providerId="LiveId" clId="{9D99295D-09A0-459E-AFDA-61FAD528DEBC}" dt="2026-05-18T22:03:22.235" v="91" actId="20577"/>
          <ac:spMkLst>
            <pc:docMk/>
            <pc:sldMk cId="2448624542" sldId="285"/>
            <ac:spMk id="3" creationId="{2F6B353C-1A5B-7BB5-0A90-A4B31FB88685}"/>
          </ac:spMkLst>
        </pc:spChg>
      </pc:sldChg>
      <pc:sldChg chg="modSp add mod">
        <pc:chgData name="Joel Teixeira Cunha" userId="195451ac3a5e8dfd" providerId="LiveId" clId="{9D99295D-09A0-459E-AFDA-61FAD528DEBC}" dt="2026-05-18T22:05:24.277" v="266" actId="554"/>
        <pc:sldMkLst>
          <pc:docMk/>
          <pc:sldMk cId="974116489" sldId="292"/>
        </pc:sldMkLst>
        <pc:spChg chg="mod">
          <ac:chgData name="Joel Teixeira Cunha" userId="195451ac3a5e8dfd" providerId="LiveId" clId="{9D99295D-09A0-459E-AFDA-61FAD528DEBC}" dt="2026-05-18T22:03:55.144" v="98" actId="20577"/>
          <ac:spMkLst>
            <pc:docMk/>
            <pc:sldMk cId="974116489" sldId="292"/>
            <ac:spMk id="2" creationId="{58FAE4EB-9A9A-0E8C-90BA-FF66FE521155}"/>
          </ac:spMkLst>
        </pc:spChg>
        <pc:spChg chg="mod">
          <ac:chgData name="Joel Teixeira Cunha" userId="195451ac3a5e8dfd" providerId="LiveId" clId="{9D99295D-09A0-459E-AFDA-61FAD528DEBC}" dt="2026-05-18T22:05:24.277" v="266" actId="554"/>
          <ac:spMkLst>
            <pc:docMk/>
            <pc:sldMk cId="974116489" sldId="292"/>
            <ac:spMk id="3" creationId="{C461B287-8D69-4803-7D99-DF13F17B46F0}"/>
          </ac:spMkLst>
        </pc:spChg>
      </pc:sldChg>
      <pc:sldChg chg="modSp add mod">
        <pc:chgData name="Joel Teixeira Cunha" userId="195451ac3a5e8dfd" providerId="LiveId" clId="{9D99295D-09A0-459E-AFDA-61FAD528DEBC}" dt="2026-05-18T22:09:05.343" v="728" actId="20577"/>
        <pc:sldMkLst>
          <pc:docMk/>
          <pc:sldMk cId="3005095367" sldId="293"/>
        </pc:sldMkLst>
        <pc:spChg chg="mod">
          <ac:chgData name="Joel Teixeira Cunha" userId="195451ac3a5e8dfd" providerId="LiveId" clId="{9D99295D-09A0-459E-AFDA-61FAD528DEBC}" dt="2026-05-18T22:05:43.550" v="273" actId="20577"/>
          <ac:spMkLst>
            <pc:docMk/>
            <pc:sldMk cId="3005095367" sldId="293"/>
            <ac:spMk id="2" creationId="{694774B9-2FB8-E757-C082-1A6174050E85}"/>
          </ac:spMkLst>
        </pc:spChg>
        <pc:spChg chg="mod">
          <ac:chgData name="Joel Teixeira Cunha" userId="195451ac3a5e8dfd" providerId="LiveId" clId="{9D99295D-09A0-459E-AFDA-61FAD528DEBC}" dt="2026-05-18T22:09:05.343" v="728" actId="20577"/>
          <ac:spMkLst>
            <pc:docMk/>
            <pc:sldMk cId="3005095367" sldId="293"/>
            <ac:spMk id="3" creationId="{851A2B76-16C4-98C1-5F09-BCA403C9BBBC}"/>
          </ac:spMkLst>
        </pc:spChg>
      </pc:sldChg>
      <pc:sldChg chg="addSp modSp new mod">
        <pc:chgData name="Joel Teixeira Cunha" userId="195451ac3a5e8dfd" providerId="LiveId" clId="{9D99295D-09A0-459E-AFDA-61FAD528DEBC}" dt="2026-05-18T22:12:16.062" v="1065"/>
        <pc:sldMkLst>
          <pc:docMk/>
          <pc:sldMk cId="1562692267" sldId="294"/>
        </pc:sldMkLst>
        <pc:spChg chg="mod">
          <ac:chgData name="Joel Teixeira Cunha" userId="195451ac3a5e8dfd" providerId="LiveId" clId="{9D99295D-09A0-459E-AFDA-61FAD528DEBC}" dt="2026-05-18T22:09:35.052" v="755" actId="20577"/>
          <ac:spMkLst>
            <pc:docMk/>
            <pc:sldMk cId="1562692267" sldId="294"/>
            <ac:spMk id="2" creationId="{D78B2961-D3CA-6F04-431E-CF12565BF917}"/>
          </ac:spMkLst>
        </pc:spChg>
        <pc:spChg chg="mod">
          <ac:chgData name="Joel Teixeira Cunha" userId="195451ac3a5e8dfd" providerId="LiveId" clId="{9D99295D-09A0-459E-AFDA-61FAD528DEBC}" dt="2026-05-18T22:11:44.767" v="1062" actId="20577"/>
          <ac:spMkLst>
            <pc:docMk/>
            <pc:sldMk cId="1562692267" sldId="294"/>
            <ac:spMk id="3" creationId="{913FE5D2-5D23-4117-BBB6-08A07C8BCDD8}"/>
          </ac:spMkLst>
        </pc:spChg>
        <pc:picChg chg="add mod">
          <ac:chgData name="Joel Teixeira Cunha" userId="195451ac3a5e8dfd" providerId="LiveId" clId="{9D99295D-09A0-459E-AFDA-61FAD528DEBC}" dt="2026-05-18T22:12:16.062" v="1065"/>
          <ac:picMkLst>
            <pc:docMk/>
            <pc:sldMk cId="1562692267" sldId="294"/>
            <ac:picMk id="5" creationId="{80A4EC3A-4951-3982-7D01-F52572EC161D}"/>
          </ac:picMkLst>
        </pc:picChg>
      </pc:sldChg>
      <pc:sldChg chg="addSp modSp new mod">
        <pc:chgData name="Joel Teixeira Cunha" userId="195451ac3a5e8dfd" providerId="LiveId" clId="{9D99295D-09A0-459E-AFDA-61FAD528DEBC}" dt="2026-05-18T22:17:41.072" v="1703" actId="1076"/>
        <pc:sldMkLst>
          <pc:docMk/>
          <pc:sldMk cId="3020158856" sldId="295"/>
        </pc:sldMkLst>
        <pc:spChg chg="mod">
          <ac:chgData name="Joel Teixeira Cunha" userId="195451ac3a5e8dfd" providerId="LiveId" clId="{9D99295D-09A0-459E-AFDA-61FAD528DEBC}" dt="2026-05-18T22:12:31.977" v="1090" actId="20577"/>
          <ac:spMkLst>
            <pc:docMk/>
            <pc:sldMk cId="3020158856" sldId="295"/>
            <ac:spMk id="2" creationId="{B4DE5FC7-2398-B711-7D42-57D885652DDD}"/>
          </ac:spMkLst>
        </pc:spChg>
        <pc:spChg chg="mod">
          <ac:chgData name="Joel Teixeira Cunha" userId="195451ac3a5e8dfd" providerId="LiveId" clId="{9D99295D-09A0-459E-AFDA-61FAD528DEBC}" dt="2026-05-18T22:17:36.390" v="1702" actId="27636"/>
          <ac:spMkLst>
            <pc:docMk/>
            <pc:sldMk cId="3020158856" sldId="295"/>
            <ac:spMk id="3" creationId="{281169CA-396E-FD21-629D-8F37D856FF38}"/>
          </ac:spMkLst>
        </pc:spChg>
        <pc:picChg chg="add mod">
          <ac:chgData name="Joel Teixeira Cunha" userId="195451ac3a5e8dfd" providerId="LiveId" clId="{9D99295D-09A0-459E-AFDA-61FAD528DEBC}" dt="2026-05-18T22:17:41.072" v="1703" actId="1076"/>
          <ac:picMkLst>
            <pc:docMk/>
            <pc:sldMk cId="3020158856" sldId="295"/>
            <ac:picMk id="5" creationId="{4F68931B-8F48-94FC-507E-33882CBCEEA2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18/05/2026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18/05/2026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18/05/2026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733859" y="2180496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6377</TotalTime>
  <Words>1993</Words>
  <Application>Microsoft Office PowerPoint</Application>
  <PresentationFormat>Widescreen</PresentationFormat>
  <Paragraphs>162</Paragraphs>
  <Slides>34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39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2026-05-18T22:17:54Z</dcterms:modified>
</cp:coreProperties>
</file>