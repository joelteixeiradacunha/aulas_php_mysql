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4"/>
  </p:notesMasterIdLst>
  <p:handoutMasterIdLst>
    <p:handoutMasterId r:id="rId45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260" r:id="rId4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47" d="100"/>
          <a:sy n="47" d="100"/>
        </p:scale>
        <p:origin x="77" y="72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24:32.639" v="2491" actId="1076"/>
      <pc:docMkLst>
        <pc:docMk/>
      </pc:docMkLst>
      <pc:sldChg chg="addSp modSp new mod">
        <pc:chgData name="Joel Teixeira Cunha" userId="195451ac3a5e8dfd" providerId="LiveId" clId="{9D99295D-09A0-459E-AFDA-61FAD528DEBC}" dt="2026-05-20T00:14:12.908" v="2032" actId="20577"/>
        <pc:sldMkLst>
          <pc:docMk/>
          <pc:sldMk cId="4066461457" sldId="296"/>
        </pc:sldMkLst>
        <pc:spChg chg="mod">
          <ac:chgData name="Joel Teixeira Cunha" userId="195451ac3a5e8dfd" providerId="LiveId" clId="{9D99295D-09A0-459E-AFDA-61FAD528DEBC}" dt="2026-05-20T00:10:43.788" v="1722" actId="20577"/>
          <ac:spMkLst>
            <pc:docMk/>
            <pc:sldMk cId="4066461457" sldId="296"/>
            <ac:spMk id="2" creationId="{62003A4D-7D3F-89DD-B866-6700531E47C6}"/>
          </ac:spMkLst>
        </pc:spChg>
        <pc:spChg chg="mod">
          <ac:chgData name="Joel Teixeira Cunha" userId="195451ac3a5e8dfd" providerId="LiveId" clId="{9D99295D-09A0-459E-AFDA-61FAD528DEBC}" dt="2026-05-20T00:14:12.908" v="2032" actId="20577"/>
          <ac:spMkLst>
            <pc:docMk/>
            <pc:sldMk cId="4066461457" sldId="296"/>
            <ac:spMk id="3" creationId="{98A48964-43B1-6C3F-8E72-F17651638038}"/>
          </ac:spMkLst>
        </pc:spChg>
        <pc:picChg chg="add mod">
          <ac:chgData name="Joel Teixeira Cunha" userId="195451ac3a5e8dfd" providerId="LiveId" clId="{9D99295D-09A0-459E-AFDA-61FAD528DEBC}" dt="2026-05-20T00:11:17.631" v="1726" actId="1076"/>
          <ac:picMkLst>
            <pc:docMk/>
            <pc:sldMk cId="4066461457" sldId="296"/>
            <ac:picMk id="5" creationId="{99DBD094-3E09-E431-8738-925F31396DFA}"/>
          </ac:picMkLst>
        </pc:picChg>
      </pc:sldChg>
      <pc:sldChg chg="addSp modSp new mod">
        <pc:chgData name="Joel Teixeira Cunha" userId="195451ac3a5e8dfd" providerId="LiveId" clId="{9D99295D-09A0-459E-AFDA-61FAD528DEBC}" dt="2026-05-20T00:24:32.639" v="2491" actId="1076"/>
        <pc:sldMkLst>
          <pc:docMk/>
          <pc:sldMk cId="686788975" sldId="297"/>
        </pc:sldMkLst>
        <pc:spChg chg="mod">
          <ac:chgData name="Joel Teixeira Cunha" userId="195451ac3a5e8dfd" providerId="LiveId" clId="{9D99295D-09A0-459E-AFDA-61FAD528DEBC}" dt="2026-05-20T00:15:30.607" v="2054" actId="20577"/>
          <ac:spMkLst>
            <pc:docMk/>
            <pc:sldMk cId="686788975" sldId="297"/>
            <ac:spMk id="2" creationId="{10026B57-3FDA-8018-B938-9FCFE14269E0}"/>
          </ac:spMkLst>
        </pc:spChg>
        <pc:spChg chg="mod">
          <ac:chgData name="Joel Teixeira Cunha" userId="195451ac3a5e8dfd" providerId="LiveId" clId="{9D99295D-09A0-459E-AFDA-61FAD528DEBC}" dt="2026-05-20T00:24:20.494" v="2490" actId="14100"/>
          <ac:spMkLst>
            <pc:docMk/>
            <pc:sldMk cId="686788975" sldId="297"/>
            <ac:spMk id="3" creationId="{B12B03D7-AD6D-38F8-2783-E2DFCB32EB20}"/>
          </ac:spMkLst>
        </pc:spChg>
        <pc:picChg chg="add mod">
          <ac:chgData name="Joel Teixeira Cunha" userId="195451ac3a5e8dfd" providerId="LiveId" clId="{9D99295D-09A0-459E-AFDA-61FAD528DEBC}" dt="2026-05-20T00:24:32.639" v="2491" actId="1076"/>
          <ac:picMkLst>
            <pc:docMk/>
            <pc:sldMk cId="686788975" sldId="297"/>
            <ac:picMk id="1026" creationId="{D33A01CD-B865-5F9A-3649-D227B2530138}"/>
          </ac:picMkLst>
        </pc:picChg>
      </pc:sldChg>
      <pc:sldChg chg="addSp delSp modSp new mod">
        <pc:chgData name="Joel Teixeira Cunha" userId="195451ac3a5e8dfd" providerId="LiveId" clId="{9D99295D-09A0-459E-AFDA-61FAD528DEBC}" dt="2026-05-20T00:21:51.129" v="2484" actId="1076"/>
        <pc:sldMkLst>
          <pc:docMk/>
          <pc:sldMk cId="2555171411" sldId="298"/>
        </pc:sldMkLst>
        <pc:spChg chg="mod">
          <ac:chgData name="Joel Teixeira Cunha" userId="195451ac3a5e8dfd" providerId="LiveId" clId="{9D99295D-09A0-459E-AFDA-61FAD528DEBC}" dt="2026-05-20T00:21:13.447" v="2480" actId="20577"/>
          <ac:spMkLst>
            <pc:docMk/>
            <pc:sldMk cId="2555171411" sldId="298"/>
            <ac:spMk id="2" creationId="{8EAC57A4-583D-6ABF-6570-2509B3FA99F1}"/>
          </ac:spMkLst>
        </pc:spChg>
        <pc:picChg chg="add mod">
          <ac:chgData name="Joel Teixeira Cunha" userId="195451ac3a5e8dfd" providerId="LiveId" clId="{9D99295D-09A0-459E-AFDA-61FAD528DEBC}" dt="2026-05-20T00:21:51.129" v="2484" actId="1076"/>
          <ac:picMkLst>
            <pc:docMk/>
            <pc:sldMk cId="2555171411" sldId="298"/>
            <ac:picMk id="5" creationId="{8F73ABFA-E65C-04C7-6F94-A69BA969B5A5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6-19T11:07:19.354" v="1051" actId="20577"/>
      <pc:docMkLst>
        <pc:docMk/>
      </pc:docMkLst>
      <pc:sldChg chg="modSp mod">
        <pc:chgData name="Joel Teixeira Cunha" userId="195451ac3a5e8dfd" providerId="LiveId" clId="{2A4D4AF3-9DC9-4CE5-AE1A-E96DDBF3EED9}" dt="2026-06-03T11:22:01.766" v="1026" actId="1076"/>
        <pc:sldMkLst>
          <pc:docMk/>
          <pc:sldMk cId="1562692267" sldId="294"/>
        </pc:sldMkLst>
        <pc:picChg chg="mod">
          <ac:chgData name="Joel Teixeira Cunha" userId="195451ac3a5e8dfd" providerId="LiveId" clId="{2A4D4AF3-9DC9-4CE5-AE1A-E96DDBF3EED9}" dt="2026-06-03T11:22:01.766" v="1026" actId="1076"/>
          <ac:picMkLst>
            <pc:docMk/>
            <pc:sldMk cId="1562692267" sldId="294"/>
            <ac:picMk id="5" creationId="{80A4EC3A-4951-3982-7D01-F52572EC161D}"/>
          </ac:picMkLst>
        </pc:picChg>
      </pc:sldChg>
      <pc:sldChg chg="addSp modSp new mod modClrScheme chgLayout">
        <pc:chgData name="Joel Teixeira Cunha" userId="195451ac3a5e8dfd" providerId="LiveId" clId="{2A4D4AF3-9DC9-4CE5-AE1A-E96DDBF3EED9}" dt="2026-06-02T13:59:51.330" v="6" actId="26606"/>
        <pc:sldMkLst>
          <pc:docMk/>
          <pc:sldMk cId="1396634947" sldId="300"/>
        </pc:sldMkLst>
        <pc:picChg chg="add mod">
          <ac:chgData name="Joel Teixeira Cunha" userId="195451ac3a5e8dfd" providerId="LiveId" clId="{2A4D4AF3-9DC9-4CE5-AE1A-E96DDBF3EED9}" dt="2026-06-02T13:59:51.330" v="6" actId="26606"/>
          <ac:picMkLst>
            <pc:docMk/>
            <pc:sldMk cId="1396634947" sldId="300"/>
            <ac:picMk id="3" creationId="{748CC09D-9B0C-2949-DB27-1621A15D751E}"/>
          </ac:picMkLst>
        </pc:picChg>
      </pc:sldChg>
      <pc:sldChg chg="modSp new mod">
        <pc:chgData name="Joel Teixeira Cunha" userId="195451ac3a5e8dfd" providerId="LiveId" clId="{2A4D4AF3-9DC9-4CE5-AE1A-E96DDBF3EED9}" dt="2026-06-02T14:01:55.757" v="216" actId="20577"/>
        <pc:sldMkLst>
          <pc:docMk/>
          <pc:sldMk cId="2228430991" sldId="301"/>
        </pc:sldMkLst>
        <pc:spChg chg="mod">
          <ac:chgData name="Joel Teixeira Cunha" userId="195451ac3a5e8dfd" providerId="LiveId" clId="{2A4D4AF3-9DC9-4CE5-AE1A-E96DDBF3EED9}" dt="2026-06-02T14:00:29.905" v="35" actId="20577"/>
          <ac:spMkLst>
            <pc:docMk/>
            <pc:sldMk cId="2228430991" sldId="301"/>
            <ac:spMk id="2" creationId="{8856C33B-2C26-F485-A7D2-39C601A67615}"/>
          </ac:spMkLst>
        </pc:spChg>
        <pc:spChg chg="mod">
          <ac:chgData name="Joel Teixeira Cunha" userId="195451ac3a5e8dfd" providerId="LiveId" clId="{2A4D4AF3-9DC9-4CE5-AE1A-E96DDBF3EED9}" dt="2026-06-02T14:01:55.757" v="216" actId="20577"/>
          <ac:spMkLst>
            <pc:docMk/>
            <pc:sldMk cId="2228430991" sldId="301"/>
            <ac:spMk id="3" creationId="{A13842A8-2417-E583-8B33-0FCFAB6EE58E}"/>
          </ac:spMkLst>
        </pc:spChg>
      </pc:sldChg>
      <pc:sldChg chg="addSp delSp modSp add mod modClrScheme chgLayout">
        <pc:chgData name="Joel Teixeira Cunha" userId="195451ac3a5e8dfd" providerId="LiveId" clId="{2A4D4AF3-9DC9-4CE5-AE1A-E96DDBF3EED9}" dt="2026-06-02T14:11:11.776" v="503" actId="3064"/>
        <pc:sldMkLst>
          <pc:docMk/>
          <pc:sldMk cId="1137056065" sldId="302"/>
        </pc:sldMkLst>
        <pc:spChg chg="mod">
          <ac:chgData name="Joel Teixeira Cunha" userId="195451ac3a5e8dfd" providerId="LiveId" clId="{2A4D4AF3-9DC9-4CE5-AE1A-E96DDBF3EED9}" dt="2026-06-02T14:10:30.862" v="500" actId="26606"/>
          <ac:spMkLst>
            <pc:docMk/>
            <pc:sldMk cId="1137056065" sldId="302"/>
            <ac:spMk id="2" creationId="{7AD21C45-6F07-B69F-59CC-ED7E4E0C5758}"/>
          </ac:spMkLst>
        </pc:spChg>
        <pc:spChg chg="mod">
          <ac:chgData name="Joel Teixeira Cunha" userId="195451ac3a5e8dfd" providerId="LiveId" clId="{2A4D4AF3-9DC9-4CE5-AE1A-E96DDBF3EED9}" dt="2026-06-02T14:11:11.776" v="503" actId="3064"/>
          <ac:spMkLst>
            <pc:docMk/>
            <pc:sldMk cId="1137056065" sldId="302"/>
            <ac:spMk id="3" creationId="{F5D8BB43-49E0-6ACE-CF0C-F2BB7C6A2104}"/>
          </ac:spMkLst>
        </pc:spChg>
      </pc:sldChg>
      <pc:sldChg chg="addSp modSp add mod">
        <pc:chgData name="Joel Teixeira Cunha" userId="195451ac3a5e8dfd" providerId="LiveId" clId="{2A4D4AF3-9DC9-4CE5-AE1A-E96DDBF3EED9}" dt="2026-06-02T14:16:58.847" v="1009" actId="27636"/>
        <pc:sldMkLst>
          <pc:docMk/>
          <pc:sldMk cId="3752736611" sldId="303"/>
        </pc:sldMkLst>
        <pc:spChg chg="mod">
          <ac:chgData name="Joel Teixeira Cunha" userId="195451ac3a5e8dfd" providerId="LiveId" clId="{2A4D4AF3-9DC9-4CE5-AE1A-E96DDBF3EED9}" dt="2026-06-02T14:16:58.847" v="1009" actId="27636"/>
          <ac:spMkLst>
            <pc:docMk/>
            <pc:sldMk cId="3752736611" sldId="303"/>
            <ac:spMk id="3" creationId="{0608DF11-7331-AADB-7A61-CB6D86DA7772}"/>
          </ac:spMkLst>
        </pc:spChg>
        <pc:picChg chg="add mod">
          <ac:chgData name="Joel Teixeira Cunha" userId="195451ac3a5e8dfd" providerId="LiveId" clId="{2A4D4AF3-9DC9-4CE5-AE1A-E96DDBF3EED9}" dt="2026-06-02T14:14:33.520" v="896"/>
          <ac:picMkLst>
            <pc:docMk/>
            <pc:sldMk cId="3752736611" sldId="303"/>
            <ac:picMk id="5" creationId="{10752C78-3FAC-2CC2-65C2-028D53743F39}"/>
          </ac:picMkLst>
        </pc:picChg>
      </pc:sldChg>
      <pc:sldChg chg="modSp add mod">
        <pc:chgData name="Joel Teixeira Cunha" userId="195451ac3a5e8dfd" providerId="LiveId" clId="{2A4D4AF3-9DC9-4CE5-AE1A-E96DDBF3EED9}" dt="2026-06-19T11:07:19.354" v="1051" actId="20577"/>
        <pc:sldMkLst>
          <pc:docMk/>
          <pc:sldMk cId="2415727671" sldId="304"/>
        </pc:sldMkLst>
        <pc:spChg chg="mod">
          <ac:chgData name="Joel Teixeira Cunha" userId="195451ac3a5e8dfd" providerId="LiveId" clId="{2A4D4AF3-9DC9-4CE5-AE1A-E96DDBF3EED9}" dt="2026-06-19T11:07:19.354" v="1051" actId="20577"/>
          <ac:spMkLst>
            <pc:docMk/>
            <pc:sldMk cId="2415727671" sldId="304"/>
            <ac:spMk id="3" creationId="{65C59513-9337-0F05-DF5D-F551BECE94F1}"/>
          </ac:spMkLst>
        </pc:spChg>
      </pc:sldChg>
      <pc:sldMasterChg chg="modSldLayout">
        <pc:chgData name="Joel Teixeira Cunha" userId="195451ac3a5e8dfd" providerId="LiveId" clId="{2A4D4AF3-9DC9-4CE5-AE1A-E96DDBF3EED9}" dt="2026-06-02T14:09:52.376" v="498"/>
        <pc:sldMasterMkLst>
          <pc:docMk/>
          <pc:sldMasterMk cId="82855549" sldId="2147483672"/>
        </pc:sldMasterMkLst>
        <pc:sldLayoutChg chg="addSp delSp modSp mod">
          <pc:chgData name="Joel Teixeira Cunha" userId="195451ac3a5e8dfd" providerId="LiveId" clId="{2A4D4AF3-9DC9-4CE5-AE1A-E96DDBF3EED9}" dt="2026-06-02T14:09:52.376" v="498"/>
          <pc:sldLayoutMkLst>
            <pc:docMk/>
            <pc:sldMasterMk cId="82855549" sldId="2147483672"/>
            <pc:sldLayoutMk cId="2739981630" sldId="2147483674"/>
          </pc:sldLayoutMkLst>
          <pc:spChg chg="mod">
            <ac:chgData name="Joel Teixeira Cunha" userId="195451ac3a5e8dfd" providerId="LiveId" clId="{2A4D4AF3-9DC9-4CE5-AE1A-E96DDBF3EED9}" dt="2026-06-02T14:09:41.774" v="496" actId="3064"/>
            <ac:spMkLst>
              <pc:docMk/>
              <pc:sldMasterMk cId="82855549" sldId="2147483672"/>
              <pc:sldLayoutMk cId="2739981630" sldId="2147483674"/>
              <ac:spMk id="3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19/06/2026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19/06/2026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19/06/2026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48CC09D-9B0C-2949-DB27-1621A15D7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66349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56C33B-2C26-F485-A7D2-39C601A6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3842A8-2417-E583-8B33-0FCFAB6EE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telefones possuem três gerações distintas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Primeira geração: voz analógica;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Segunda geração: voz digital;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Terceira geração: voz digital e dados (internet, correio eletrônico </a:t>
            </a:r>
            <a:r>
              <a:rPr lang="pt-BR" dirty="0" err="1"/>
              <a:t>etc</a:t>
            </a:r>
            <a:r>
              <a:rPr lang="pt-B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84309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3E196-4B96-334E-E982-8501ADD2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21C45-6F07-B69F-59CC-ED7E4E0C5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D8BB43-49E0-6ACE-CF0C-F2BB7C6A2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10701850" cy="3633047"/>
          </a:xfrm>
        </p:spPr>
        <p:txBody>
          <a:bodyPr anchor="t" anchorCtr="0">
            <a:normAutofit/>
          </a:bodyPr>
          <a:lstStyle/>
          <a:p>
            <a:r>
              <a:rPr lang="pt-BR" dirty="0"/>
              <a:t>Primeira geração</a:t>
            </a:r>
          </a:p>
          <a:p>
            <a:r>
              <a:rPr lang="pt-BR" dirty="0"/>
              <a:t>Conceito de células</a:t>
            </a:r>
          </a:p>
          <a:p>
            <a:pPr lvl="1"/>
            <a:r>
              <a:rPr lang="pt-BR" sz="1800" dirty="0"/>
              <a:t>Substituição de um único transmissor de alta potência cobrindo toda a região geográfica </a:t>
            </a:r>
          </a:p>
          <a:p>
            <a:pPr lvl="1"/>
            <a:r>
              <a:rPr lang="pt-BR" sz="1800" dirty="0"/>
              <a:t>por vários transmissores de baixa potência cobrindo uma pequena região geográfica</a:t>
            </a:r>
          </a:p>
          <a:p>
            <a:r>
              <a:rPr lang="pt-BR" dirty="0"/>
              <a:t>Desenvolvido pelos laboratórios Bell, da empresa AT&amp;T</a:t>
            </a:r>
          </a:p>
        </p:txBody>
      </p:sp>
    </p:spTree>
    <p:extLst>
      <p:ext uri="{BB962C8B-B14F-4D97-AF65-F5344CB8AC3E}">
        <p14:creationId xmlns:p14="http://schemas.microsoft.com/office/powerpoint/2010/main" val="1137056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69301-FDFC-F0E2-5B12-7A830357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E78A5-C1CD-4521-E438-726B2676B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08DF11-7331-AADB-7A61-CB6D86DA77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4385068"/>
          </a:xfrm>
        </p:spPr>
        <p:txBody>
          <a:bodyPr anchor="ctr" anchorCtr="0">
            <a:normAutofit lnSpcReduction="10000"/>
          </a:bodyPr>
          <a:lstStyle/>
          <a:p>
            <a:r>
              <a:rPr lang="pt-BR" dirty="0"/>
              <a:t>Primeira geração</a:t>
            </a:r>
          </a:p>
          <a:p>
            <a:r>
              <a:rPr lang="pt-BR" dirty="0"/>
              <a:t>Conceito de células:</a:t>
            </a:r>
          </a:p>
          <a:p>
            <a:pPr lvl="1"/>
            <a:r>
              <a:rPr lang="pt-BR" sz="1800" dirty="0"/>
              <a:t>Cada ERB (Estação de Rádio Base) está conectada a uma Central de Comutação e Controle (CCC), que está conectada a rede pública de telefonia</a:t>
            </a:r>
          </a:p>
          <a:p>
            <a:pPr lvl="1"/>
            <a:r>
              <a:rPr lang="pt-BR" sz="1800" dirty="0"/>
              <a:t>A CCC é responsável pela interligação e controle de várias </a:t>
            </a:r>
            <a:r>
              <a:rPr lang="pt-BR" sz="1800" dirty="0" err="1"/>
              <a:t>ERBs</a:t>
            </a:r>
            <a:r>
              <a:rPr lang="pt-BR" sz="1800" dirty="0"/>
              <a:t>, pela monitoração de </a:t>
            </a:r>
            <a:r>
              <a:rPr lang="pt-BR" sz="1800" i="1" dirty="0" err="1"/>
              <a:t>handoff</a:t>
            </a:r>
            <a:r>
              <a:rPr lang="pt-BR" sz="1800" dirty="0"/>
              <a:t>(quando um usuário muda de uma ERB para outra à medida que se desloca) e pelo redirecionamento de chamada via </a:t>
            </a:r>
            <a:r>
              <a:rPr lang="pt-BR" sz="1800" i="1" dirty="0"/>
              <a:t>roaming</a:t>
            </a:r>
          </a:p>
          <a:p>
            <a:pPr lvl="1"/>
            <a:r>
              <a:rPr lang="pt-BR" sz="1800" dirty="0"/>
              <a:t>Tecnologias analógicas: banda de transmissão limitada e facilidade na interceptação das conversações.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0752C78-3FAC-2CC2-65C2-028D53743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777042"/>
            <a:ext cx="5422392" cy="253496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27366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189B2-FFF7-0C5B-FAA0-5EFF8EBE5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422106-03EF-724F-E15C-65B13C746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C59513-9337-0F05-DF5D-F551BECE94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4385068"/>
          </a:xfrm>
        </p:spPr>
        <p:txBody>
          <a:bodyPr anchor="ctr" anchorCtr="0">
            <a:normAutofit/>
          </a:bodyPr>
          <a:lstStyle/>
          <a:p>
            <a:r>
              <a:rPr lang="pt-BR" dirty="0"/>
              <a:t>Segunda geração – 2G</a:t>
            </a:r>
          </a:p>
          <a:p>
            <a:r>
              <a:rPr lang="pt-BR" dirty="0"/>
              <a:t>Conceito de células:</a:t>
            </a:r>
          </a:p>
          <a:p>
            <a:pPr lvl="1"/>
            <a:r>
              <a:rPr lang="pt-BR" sz="1800" dirty="0"/>
              <a:t>Início da </a:t>
            </a:r>
            <a:r>
              <a:rPr lang="pt-BR" sz="1800"/>
              <a:t>era digital</a:t>
            </a:r>
          </a:p>
          <a:p>
            <a:pPr lvl="1"/>
            <a:endParaRPr lang="pt-BR" sz="1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96C721-1489-8538-69EF-0A0795EB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777042"/>
            <a:ext cx="5422392" cy="253496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15727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6473</TotalTime>
  <Words>2290</Words>
  <Application>Microsoft Office PowerPoint</Application>
  <PresentationFormat>Widescreen</PresentationFormat>
  <Paragraphs>198</Paragraphs>
  <Slides>42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7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Sistema de Telefonia móvel</vt:lpstr>
      <vt:lpstr>Sistema de Telefonia móvel</vt:lpstr>
      <vt:lpstr>Sistema de Telefonia móvel</vt:lpstr>
      <vt:lpstr>Sistema de Telefonia móvel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2026-06-19T11:17:48Z</dcterms:modified>
</cp:coreProperties>
</file>